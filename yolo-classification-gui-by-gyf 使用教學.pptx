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76" r:id="rId6"/>
    <p:sldId id="277" r:id="rId7"/>
    <p:sldId id="278" r:id="rId8"/>
    <p:sldId id="282" r:id="rId9"/>
    <p:sldId id="279" r:id="rId10"/>
    <p:sldId id="280" r:id="rId11"/>
    <p:sldId id="281" r:id="rId12"/>
  </p:sldIdLst>
  <p:sldSz cx="12188825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DAC827-98A1-4CB1-B168-3043C20C8DE1}" v="60" dt="2026-03-03T03:29:48.2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904" autoAdjust="0"/>
  </p:normalViewPr>
  <p:slideViewPr>
    <p:cSldViewPr>
      <p:cViewPr>
        <p:scale>
          <a:sx n="100" d="100"/>
          <a:sy n="100" d="100"/>
        </p:scale>
        <p:origin x="14" y="-874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100" d="100"/>
          <a:sy n="100" d="100"/>
        </p:scale>
        <p:origin x="3552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惇翔 游" userId="77e5e1d38f376301" providerId="LiveId" clId="{3425F829-B6CF-488D-AEAF-BF51C797A6B6}"/>
    <pc:docChg chg="undo redo custSel addSld delSld modSld">
      <pc:chgData name="惇翔 游" userId="77e5e1d38f376301" providerId="LiveId" clId="{3425F829-B6CF-488D-AEAF-BF51C797A6B6}" dt="2026-03-03T03:30:21.072" v="669" actId="1076"/>
      <pc:docMkLst>
        <pc:docMk/>
      </pc:docMkLst>
      <pc:sldChg chg="modSp mod">
        <pc:chgData name="惇翔 游" userId="77e5e1d38f376301" providerId="LiveId" clId="{3425F829-B6CF-488D-AEAF-BF51C797A6B6}" dt="2026-03-03T03:28:03.519" v="569" actId="20577"/>
        <pc:sldMkLst>
          <pc:docMk/>
          <pc:sldMk cId="3600820136" sldId="256"/>
        </pc:sldMkLst>
        <pc:spChg chg="mod">
          <ac:chgData name="惇翔 游" userId="77e5e1d38f376301" providerId="LiveId" clId="{3425F829-B6CF-488D-AEAF-BF51C797A6B6}" dt="2026-03-03T03:28:03.519" v="569" actId="20577"/>
          <ac:spMkLst>
            <pc:docMk/>
            <pc:sldMk cId="3600820136" sldId="256"/>
            <ac:spMk id="2" creationId="{00000000-0000-0000-0000-000000000000}"/>
          </ac:spMkLst>
        </pc:spChg>
      </pc:sldChg>
      <pc:sldChg chg="addSp delSp modSp mod">
        <pc:chgData name="惇翔 游" userId="77e5e1d38f376301" providerId="LiveId" clId="{3425F829-B6CF-488D-AEAF-BF51C797A6B6}" dt="2026-03-03T03:30:21.072" v="669" actId="1076"/>
        <pc:sldMkLst>
          <pc:docMk/>
          <pc:sldMk cId="2486396388" sldId="278"/>
        </pc:sldMkLst>
        <pc:spChg chg="mod">
          <ac:chgData name="惇翔 游" userId="77e5e1d38f376301" providerId="LiveId" clId="{3425F829-B6CF-488D-AEAF-BF51C797A6B6}" dt="2026-03-03T03:22:06.123" v="346" actId="1076"/>
          <ac:spMkLst>
            <pc:docMk/>
            <pc:sldMk cId="2486396388" sldId="278"/>
            <ac:spMk id="4" creationId="{20AF84FC-11B8-9407-2B89-0717A7362A5C}"/>
          </ac:spMkLst>
        </pc:spChg>
        <pc:spChg chg="add mod">
          <ac:chgData name="惇翔 游" userId="77e5e1d38f376301" providerId="LiveId" clId="{3425F829-B6CF-488D-AEAF-BF51C797A6B6}" dt="2026-03-03T03:30:15.930" v="668" actId="1076"/>
          <ac:spMkLst>
            <pc:docMk/>
            <pc:sldMk cId="2486396388" sldId="278"/>
            <ac:spMk id="6" creationId="{329BC960-9035-38EB-EFF6-C70467229826}"/>
          </ac:spMkLst>
        </pc:spChg>
        <pc:spChg chg="add mod">
          <ac:chgData name="惇翔 游" userId="77e5e1d38f376301" providerId="LiveId" clId="{3425F829-B6CF-488D-AEAF-BF51C797A6B6}" dt="2026-03-03T03:30:15.930" v="668" actId="1076"/>
          <ac:spMkLst>
            <pc:docMk/>
            <pc:sldMk cId="2486396388" sldId="278"/>
            <ac:spMk id="7" creationId="{27269B3D-E708-8136-F3C9-C59F86006D4D}"/>
          </ac:spMkLst>
        </pc:spChg>
        <pc:spChg chg="mod">
          <ac:chgData name="惇翔 游" userId="77e5e1d38f376301" providerId="LiveId" clId="{3425F829-B6CF-488D-AEAF-BF51C797A6B6}" dt="2026-03-03T03:23:00.173" v="436"/>
          <ac:spMkLst>
            <pc:docMk/>
            <pc:sldMk cId="2486396388" sldId="278"/>
            <ac:spMk id="10" creationId="{E9FCCF93-3D39-27B9-452A-99AD1FA45BC6}"/>
          </ac:spMkLst>
        </pc:spChg>
        <pc:picChg chg="del">
          <ac:chgData name="惇翔 游" userId="77e5e1d38f376301" providerId="LiveId" clId="{3425F829-B6CF-488D-AEAF-BF51C797A6B6}" dt="2026-03-03T03:21:46.387" v="337" actId="478"/>
          <ac:picMkLst>
            <pc:docMk/>
            <pc:sldMk cId="2486396388" sldId="278"/>
            <ac:picMk id="3" creationId="{F4C46737-6414-046A-A2D0-CCA818EEEFE0}"/>
          </ac:picMkLst>
        </pc:picChg>
        <pc:picChg chg="add mod">
          <ac:chgData name="惇翔 游" userId="77e5e1d38f376301" providerId="LiveId" clId="{3425F829-B6CF-488D-AEAF-BF51C797A6B6}" dt="2026-03-03T03:30:21.072" v="669" actId="1076"/>
          <ac:picMkLst>
            <pc:docMk/>
            <pc:sldMk cId="2486396388" sldId="278"/>
            <ac:picMk id="5" creationId="{55FFDF32-3697-ED24-43A7-58246DDDE374}"/>
          </ac:picMkLst>
        </pc:picChg>
      </pc:sldChg>
      <pc:sldChg chg="modSp mod">
        <pc:chgData name="惇翔 游" userId="77e5e1d38f376301" providerId="LiveId" clId="{3425F829-B6CF-488D-AEAF-BF51C797A6B6}" dt="2026-03-03T03:27:38.840" v="563" actId="1076"/>
        <pc:sldMkLst>
          <pc:docMk/>
          <pc:sldMk cId="1422832157" sldId="280"/>
        </pc:sldMkLst>
        <pc:spChg chg="mod">
          <ac:chgData name="惇翔 游" userId="77e5e1d38f376301" providerId="LiveId" clId="{3425F829-B6CF-488D-AEAF-BF51C797A6B6}" dt="2026-03-03T03:27:38.840" v="563" actId="1076"/>
          <ac:spMkLst>
            <pc:docMk/>
            <pc:sldMk cId="1422832157" sldId="280"/>
            <ac:spMk id="10" creationId="{EC522DC8-3709-B7FF-4131-D4E4576F5866}"/>
          </ac:spMkLst>
        </pc:spChg>
        <pc:picChg chg="mod">
          <ac:chgData name="惇翔 游" userId="77e5e1d38f376301" providerId="LiveId" clId="{3425F829-B6CF-488D-AEAF-BF51C797A6B6}" dt="2026-03-03T03:27:36.102" v="562" actId="1076"/>
          <ac:picMkLst>
            <pc:docMk/>
            <pc:sldMk cId="1422832157" sldId="280"/>
            <ac:picMk id="6" creationId="{B0DE879F-7D7E-394A-BA0B-B0A66A676E23}"/>
          </ac:picMkLst>
        </pc:picChg>
      </pc:sldChg>
      <pc:sldChg chg="modSp mod">
        <pc:chgData name="惇翔 游" userId="77e5e1d38f376301" providerId="LiveId" clId="{3425F829-B6CF-488D-AEAF-BF51C797A6B6}" dt="2026-03-03T03:27:16.830" v="560" actId="1035"/>
        <pc:sldMkLst>
          <pc:docMk/>
          <pc:sldMk cId="1993070337" sldId="281"/>
        </pc:sldMkLst>
        <pc:spChg chg="mod">
          <ac:chgData name="惇翔 游" userId="77e5e1d38f376301" providerId="LiveId" clId="{3425F829-B6CF-488D-AEAF-BF51C797A6B6}" dt="2026-03-03T03:27:16.830" v="560" actId="1035"/>
          <ac:spMkLst>
            <pc:docMk/>
            <pc:sldMk cId="1993070337" sldId="281"/>
            <ac:spMk id="4" creationId="{A9021592-FE46-1380-114F-11E9C27FF394}"/>
          </ac:spMkLst>
        </pc:spChg>
        <pc:spChg chg="mod">
          <ac:chgData name="惇翔 游" userId="77e5e1d38f376301" providerId="LiveId" clId="{3425F829-B6CF-488D-AEAF-BF51C797A6B6}" dt="2026-03-03T03:27:16.830" v="560" actId="1035"/>
          <ac:spMkLst>
            <pc:docMk/>
            <pc:sldMk cId="1993070337" sldId="281"/>
            <ac:spMk id="11" creationId="{A7586851-015F-3C9E-150E-E3BF8F6770D8}"/>
          </ac:spMkLst>
        </pc:spChg>
        <pc:cxnChg chg="mod">
          <ac:chgData name="惇翔 游" userId="77e5e1d38f376301" providerId="LiveId" clId="{3425F829-B6CF-488D-AEAF-BF51C797A6B6}" dt="2026-03-03T03:27:10.001" v="559" actId="1076"/>
          <ac:cxnSpMkLst>
            <pc:docMk/>
            <pc:sldMk cId="1993070337" sldId="281"/>
            <ac:cxnSpMk id="12" creationId="{A428B44F-B3B1-AA0A-7C4C-AC2EC2F1A2FC}"/>
          </ac:cxnSpMkLst>
        </pc:cxnChg>
        <pc:cxnChg chg="mod">
          <ac:chgData name="惇翔 游" userId="77e5e1d38f376301" providerId="LiveId" clId="{3425F829-B6CF-488D-AEAF-BF51C797A6B6}" dt="2026-03-03T03:26:52.590" v="553" actId="1076"/>
          <ac:cxnSpMkLst>
            <pc:docMk/>
            <pc:sldMk cId="1993070337" sldId="281"/>
            <ac:cxnSpMk id="13" creationId="{D0B13E13-71F7-39E8-6641-D70DFE919EB1}"/>
          </ac:cxnSpMkLst>
        </pc:cxnChg>
      </pc:sldChg>
      <pc:sldChg chg="addSp delSp modSp new mod">
        <pc:chgData name="惇翔 游" userId="77e5e1d38f376301" providerId="LiveId" clId="{3425F829-B6CF-488D-AEAF-BF51C797A6B6}" dt="2026-03-03T03:18:39.603" v="336"/>
        <pc:sldMkLst>
          <pc:docMk/>
          <pc:sldMk cId="2284375660" sldId="282"/>
        </pc:sldMkLst>
        <pc:spChg chg="del mod">
          <ac:chgData name="惇翔 游" userId="77e5e1d38f376301" providerId="LiveId" clId="{3425F829-B6CF-488D-AEAF-BF51C797A6B6}" dt="2026-03-03T03:11:30.338" v="63" actId="478"/>
          <ac:spMkLst>
            <pc:docMk/>
            <pc:sldMk cId="2284375660" sldId="282"/>
            <ac:spMk id="2" creationId="{CBDC2233-8582-16E2-6670-29CB5D63F458}"/>
          </ac:spMkLst>
        </pc:spChg>
        <pc:spChg chg="del">
          <ac:chgData name="惇翔 游" userId="77e5e1d38f376301" providerId="LiveId" clId="{3425F829-B6CF-488D-AEAF-BF51C797A6B6}" dt="2026-03-03T03:10:10.634" v="2" actId="22"/>
          <ac:spMkLst>
            <pc:docMk/>
            <pc:sldMk cId="2284375660" sldId="282"/>
            <ac:spMk id="3" creationId="{B6C25196-28BD-DE5E-DCDF-AC9AAD59A777}"/>
          </ac:spMkLst>
        </pc:spChg>
        <pc:spChg chg="add del mod">
          <ac:chgData name="惇翔 游" userId="77e5e1d38f376301" providerId="LiveId" clId="{3425F829-B6CF-488D-AEAF-BF51C797A6B6}" dt="2026-03-03T03:11:36.145" v="64" actId="478"/>
          <ac:spMkLst>
            <pc:docMk/>
            <pc:sldMk cId="2284375660" sldId="282"/>
            <ac:spMk id="7" creationId="{17E438E3-B78C-097C-8818-7B073862A751}"/>
          </ac:spMkLst>
        </pc:spChg>
        <pc:spChg chg="add mod">
          <ac:chgData name="惇翔 游" userId="77e5e1d38f376301" providerId="LiveId" clId="{3425F829-B6CF-488D-AEAF-BF51C797A6B6}" dt="2026-03-03T03:18:39.603" v="336"/>
          <ac:spMkLst>
            <pc:docMk/>
            <pc:sldMk cId="2284375660" sldId="282"/>
            <ac:spMk id="8" creationId="{FFC25251-6BCF-221F-A015-85FBACE8A3A8}"/>
          </ac:spMkLst>
        </pc:spChg>
        <pc:picChg chg="add mod ord modCrop">
          <ac:chgData name="惇翔 游" userId="77e5e1d38f376301" providerId="LiveId" clId="{3425F829-B6CF-488D-AEAF-BF51C797A6B6}" dt="2026-03-03T03:18:24.675" v="333" actId="1076"/>
          <ac:picMkLst>
            <pc:docMk/>
            <pc:sldMk cId="2284375660" sldId="282"/>
            <ac:picMk id="5" creationId="{FF2A0867-8BEE-D772-F0AE-634068D2F3F7}"/>
          </ac:picMkLst>
        </pc:picChg>
        <pc:picChg chg="add mod">
          <ac:chgData name="惇翔 游" userId="77e5e1d38f376301" providerId="LiveId" clId="{3425F829-B6CF-488D-AEAF-BF51C797A6B6}" dt="2026-03-03T03:18:24.675" v="333" actId="1076"/>
          <ac:picMkLst>
            <pc:docMk/>
            <pc:sldMk cId="2284375660" sldId="282"/>
            <ac:picMk id="9" creationId="{55C95FB2-422F-67BC-357C-B4201F908DAB}"/>
          </ac:picMkLst>
        </pc:picChg>
        <pc:cxnChg chg="add mod ord">
          <ac:chgData name="惇翔 游" userId="77e5e1d38f376301" providerId="LiveId" clId="{3425F829-B6CF-488D-AEAF-BF51C797A6B6}" dt="2026-03-03T03:18:24.675" v="333" actId="1076"/>
          <ac:cxnSpMkLst>
            <pc:docMk/>
            <pc:sldMk cId="2284375660" sldId="282"/>
            <ac:cxnSpMk id="10" creationId="{9F2CDFBE-C29C-6E1E-CFB8-3CAC473BB61C}"/>
          </ac:cxnSpMkLst>
        </pc:cxnChg>
      </pc:sldChg>
      <pc:sldChg chg="del">
        <pc:chgData name="惇翔 游" userId="77e5e1d38f376301" providerId="LiveId" clId="{3425F829-B6CF-488D-AEAF-BF51C797A6B6}" dt="2026-03-03T03:09:24.957" v="0" actId="2696"/>
        <pc:sldMkLst>
          <pc:docMk/>
          <pc:sldMk cId="3359733549" sldId="28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TW" altLang="en-US" dirty="0">
              <a:latin typeface="細明體" panose="02020509000000000000" pitchFamily="49" charset="-120"/>
              <a:ea typeface="細明體" panose="02020509000000000000" pitchFamily="49" charset="-120"/>
            </a:endParaRPr>
          </a:p>
        </p:txBody>
      </p:sp>
      <p:sp>
        <p:nvSpPr>
          <p:cNvPr id="3" name="日期預留位置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E3A48FA0-F8F6-4FB2-93AD-43AAD591C2E1}" type="datetime1">
              <a:rPr lang="zh-TW" altLang="en-US" smtClean="0">
                <a:latin typeface="細明體" panose="02020509000000000000" pitchFamily="49" charset="-120"/>
                <a:ea typeface="細明體" panose="02020509000000000000" pitchFamily="49" charset="-120"/>
              </a:rPr>
              <a:pPr algn="r" rtl="0"/>
              <a:t>2026/3/3</a:t>
            </a:fld>
            <a:endParaRPr lang="zh-TW" altLang="en-US" dirty="0">
              <a:latin typeface="細明體" panose="02020509000000000000" pitchFamily="49" charset="-120"/>
              <a:ea typeface="細明體" panose="02020509000000000000" pitchFamily="49" charset="-120"/>
            </a:endParaRPr>
          </a:p>
        </p:txBody>
      </p:sp>
      <p:sp>
        <p:nvSpPr>
          <p:cNvPr id="4" name="頁尾預留位置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TW" altLang="en-US" dirty="0">
              <a:latin typeface="細明體" panose="02020509000000000000" pitchFamily="49" charset="-120"/>
              <a:ea typeface="細明體" panose="02020509000000000000" pitchFamily="49" charset="-120"/>
            </a:endParaRPr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34A4844B-5D5D-4D8E-9E71-6B297DF4019B}" type="slidenum">
              <a:rPr lang="en-US" altLang="zh-TW" smtClean="0">
                <a:latin typeface="細明體" panose="02020509000000000000" pitchFamily="49" charset="-120"/>
                <a:ea typeface="細明體" panose="02020509000000000000" pitchFamily="49" charset="-120"/>
              </a:rPr>
              <a:pPr algn="r" rtl="0"/>
              <a:t>‹#›</a:t>
            </a:fld>
            <a:endParaRPr lang="zh-TW" altLang="en-US" dirty="0">
              <a:latin typeface="細明體" panose="02020509000000000000" pitchFamily="49" charset="-120"/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589861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影像預留位置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noProof="0" dirty="0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8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9" name="日期預留位置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pPr algn="r"/>
            <a:fld id="{D8C5B1A9-79FD-4824-9906-B2541DB3F8C1}" type="datetime1">
              <a:rPr lang="zh-TW" altLang="en-US" smtClean="0"/>
              <a:pPr algn="r"/>
              <a:t>2026/3/3</a:t>
            </a:fld>
            <a:endParaRPr lang="zh-TW" altLang="en-US" dirty="0"/>
          </a:p>
        </p:txBody>
      </p:sp>
      <p:sp>
        <p:nvSpPr>
          <p:cNvPr id="10" name="頁尾預留位置 3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11" name="投影片編號預留位置 4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pPr algn="r"/>
            <a:fld id="{34A4844B-5D5D-4D8E-9E71-6B297DF4019B}" type="slidenum">
              <a:rPr lang="en-US" altLang="zh-TW" smtClean="0"/>
              <a:pPr algn="r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66979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細明體" panose="02020509000000000000" pitchFamily="49" charset="-120"/>
        <a:ea typeface="細明體" panose="02020509000000000000" pitchFamily="49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細明體" panose="02020509000000000000" pitchFamily="49" charset="-120"/>
        <a:ea typeface="細明體" panose="02020509000000000000" pitchFamily="49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細明體" panose="02020509000000000000" pitchFamily="49" charset="-120"/>
        <a:ea typeface="細明體" panose="02020509000000000000" pitchFamily="49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細明體" panose="02020509000000000000" pitchFamily="49" charset="-120"/>
        <a:ea typeface="細明體" panose="02020509000000000000" pitchFamily="49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細明體" panose="02020509000000000000" pitchFamily="49" charset="-120"/>
        <a:ea typeface="細明體" panose="02020509000000000000" pitchFamily="49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>
              <a:latin typeface="細明體" panose="02020509000000000000" pitchFamily="49" charset="-120"/>
              <a:ea typeface="細明體" panose="02020509000000000000" pitchFamily="49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 algn="r" rtl="0"/>
            <a:fld id="{8DE0FDE7-FE71-46E3-9512-437B13AD5F46}" type="slidenum">
              <a:rPr lang="en-US" altLang="zh-TW" smtClean="0"/>
              <a:pPr algn="r" rtl="0"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7713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r"/>
            <a:fld id="{34A4844B-5D5D-4D8E-9E71-6B297DF4019B}" type="slidenum">
              <a:rPr lang="en-US" altLang="zh-TW" smtClean="0"/>
              <a:pPr algn="r"/>
              <a:t>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64069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674812" y="1524000"/>
            <a:ext cx="8839201" cy="3200400"/>
          </a:xfrm>
        </p:spPr>
        <p:txBody>
          <a:bodyPr rtlCol="0">
            <a:noAutofit/>
          </a:bodyPr>
          <a:lstStyle>
            <a:lvl1pPr algn="l" rtl="0">
              <a:defRPr sz="54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674813" y="4876800"/>
            <a:ext cx="7162799" cy="990600"/>
          </a:xfrm>
        </p:spPr>
        <p:txBody>
          <a:bodyPr lIns="91440"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000" cap="all" spc="250" baseline="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TW" altLang="en-US"/>
              <a:t>按一下以編輯母片子標題樣式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887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  <a:lvl2pPr>
              <a:defRPr>
                <a:latin typeface="細明體" panose="02020509000000000000" pitchFamily="49" charset="-120"/>
                <a:ea typeface="細明體" panose="02020509000000000000" pitchFamily="49" charset="-120"/>
              </a:defRPr>
            </a:lvl2pPr>
            <a:lvl3pPr>
              <a:defRPr>
                <a:latin typeface="細明體" panose="02020509000000000000" pitchFamily="49" charset="-120"/>
                <a:ea typeface="細明體" panose="02020509000000000000" pitchFamily="49" charset="-120"/>
              </a:defRPr>
            </a:lvl3pPr>
            <a:lvl4pPr>
              <a:defRPr>
                <a:latin typeface="細明體" panose="02020509000000000000" pitchFamily="49" charset="-120"/>
                <a:ea typeface="細明體" panose="02020509000000000000" pitchFamily="49" charset="-120"/>
              </a:defRPr>
            </a:lvl4pPr>
            <a:lvl5pPr algn="l" rtl="0">
              <a:defRPr>
                <a:latin typeface="細明體" panose="02020509000000000000" pitchFamily="49" charset="-120"/>
                <a:ea typeface="細明體" panose="02020509000000000000" pitchFamily="49" charset="-120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l" rtl="0">
              <a:defRPr sz="1100"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7" name="日期預留位置 3"/>
          <p:cNvSpPr>
            <a:spLocks noGrp="1"/>
          </p:cNvSpPr>
          <p:nvPr>
            <p:ph type="dt" sz="half" idx="2"/>
          </p:nvPr>
        </p:nvSpPr>
        <p:spPr>
          <a:xfrm>
            <a:off x="7999412" y="6400801"/>
            <a:ext cx="13200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>
                    <a:tint val="75000"/>
                  </a:schemeClr>
                </a:solidFill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fld id="{A83C376D-8230-4249-A6C9-9C3E4DF705A3}" type="datetime1">
              <a:rPr lang="zh-TW" altLang="en-US" smtClean="0"/>
              <a:pPr/>
              <a:t>2026/3/3</a:t>
            </a:fld>
            <a:endParaRPr lang="zh-TW" altLang="en-US" dirty="0"/>
          </a:p>
        </p:txBody>
      </p:sp>
      <p:sp>
        <p:nvSpPr>
          <p:cNvPr id="8" name="投影片編號預留位置 5"/>
          <p:cNvSpPr>
            <a:spLocks noGrp="1"/>
          </p:cNvSpPr>
          <p:nvPr>
            <p:ph type="sldNum" sz="quarter" idx="4"/>
          </p:nvPr>
        </p:nvSpPr>
        <p:spPr>
          <a:xfrm>
            <a:off x="9675812" y="6400801"/>
            <a:ext cx="12192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>
                    <a:tint val="75000"/>
                  </a:schemeClr>
                </a:solidFill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fld id="{299542E4-2CCF-42F6-9D92-ED568035133D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40086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3813" y="3429000"/>
            <a:ext cx="9601201" cy="2286000"/>
          </a:xfrm>
        </p:spPr>
        <p:txBody>
          <a:bodyPr rtlCol="0" anchor="b">
            <a:normAutofit/>
          </a:bodyPr>
          <a:lstStyle>
            <a:lvl1pPr algn="l" rtl="0">
              <a:defRPr sz="4800" b="0" cap="none" baseline="0"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293813" y="685800"/>
            <a:ext cx="7543800" cy="1066800"/>
          </a:xfrm>
        </p:spPr>
        <p:txBody>
          <a:bodyPr lIns="91440" rtlCol="0" anchor="t"/>
          <a:lstStyle>
            <a:lvl1pPr marL="0" indent="0" algn="l" rtl="0">
              <a:spcBef>
                <a:spcPts val="0"/>
              </a:spcBef>
              <a:buNone/>
              <a:defRPr sz="2000" cap="all" spc="250" baseline="0">
                <a:solidFill>
                  <a:schemeClr val="bg2"/>
                </a:solidFill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  <a:lvl2pPr marL="4572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l" rtl="0">
              <a:defRPr sz="1100"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7" name="日期預留位置 3"/>
          <p:cNvSpPr>
            <a:spLocks noGrp="1"/>
          </p:cNvSpPr>
          <p:nvPr>
            <p:ph type="dt" sz="half" idx="2"/>
          </p:nvPr>
        </p:nvSpPr>
        <p:spPr>
          <a:xfrm>
            <a:off x="7999412" y="6400801"/>
            <a:ext cx="13200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>
                    <a:tint val="75000"/>
                  </a:schemeClr>
                </a:solidFill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fld id="{A83C376D-8230-4249-A6C9-9C3E4DF705A3}" type="datetime1">
              <a:rPr lang="zh-TW" altLang="en-US" smtClean="0"/>
              <a:pPr/>
              <a:t>2026/3/3</a:t>
            </a:fld>
            <a:endParaRPr lang="zh-TW" altLang="en-US" dirty="0"/>
          </a:p>
        </p:txBody>
      </p:sp>
      <p:sp>
        <p:nvSpPr>
          <p:cNvPr id="8" name="投影片編號預留位置 5"/>
          <p:cNvSpPr>
            <a:spLocks noGrp="1"/>
          </p:cNvSpPr>
          <p:nvPr>
            <p:ph type="sldNum" sz="quarter" idx="4"/>
          </p:nvPr>
        </p:nvSpPr>
        <p:spPr>
          <a:xfrm>
            <a:off x="9675812" y="6400801"/>
            <a:ext cx="12192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>
                    <a:tint val="75000"/>
                  </a:schemeClr>
                </a:solidFill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fld id="{299542E4-2CCF-42F6-9D92-ED568035133D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57889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1293813" y="1828800"/>
            <a:ext cx="4648199" cy="4343400"/>
          </a:xfrm>
        </p:spPr>
        <p:txBody>
          <a:bodyPr rtlCol="0">
            <a:normAutofit/>
          </a:bodyPr>
          <a:lstStyle>
            <a:lvl1pPr algn="l" rtl="0">
              <a:defRPr sz="2400"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  <a:lvl2pPr algn="l" rtl="0">
              <a:defRPr sz="2000">
                <a:latin typeface="細明體" panose="02020509000000000000" pitchFamily="49" charset="-120"/>
                <a:ea typeface="細明體" panose="02020509000000000000" pitchFamily="49" charset="-120"/>
              </a:defRPr>
            </a:lvl2pPr>
            <a:lvl3pPr algn="l" rtl="0">
              <a:defRPr sz="1800">
                <a:latin typeface="細明體" panose="02020509000000000000" pitchFamily="49" charset="-120"/>
                <a:ea typeface="細明體" panose="02020509000000000000" pitchFamily="49" charset="-120"/>
              </a:defRPr>
            </a:lvl3pPr>
            <a:lvl4pPr algn="l" rtl="0">
              <a:defRPr sz="1600">
                <a:latin typeface="細明體" panose="02020509000000000000" pitchFamily="49" charset="-120"/>
                <a:ea typeface="細明體" panose="02020509000000000000" pitchFamily="49" charset="-120"/>
              </a:defRPr>
            </a:lvl4pPr>
            <a:lvl5pPr algn="l" rtl="0">
              <a:defRPr sz="1600">
                <a:latin typeface="細明體" panose="02020509000000000000" pitchFamily="49" charset="-120"/>
                <a:ea typeface="細明體" panose="02020509000000000000" pitchFamily="49" charset="-120"/>
              </a:defRPr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246812" y="1828801"/>
            <a:ext cx="4648202" cy="4343400"/>
          </a:xfrm>
        </p:spPr>
        <p:txBody>
          <a:bodyPr rtlCol="0">
            <a:normAutofit/>
          </a:bodyPr>
          <a:lstStyle>
            <a:lvl1pPr algn="l" rtl="0">
              <a:defRPr sz="2400"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  <a:lvl2pPr algn="l" rtl="0">
              <a:defRPr sz="2000">
                <a:latin typeface="細明體" panose="02020509000000000000" pitchFamily="49" charset="-120"/>
                <a:ea typeface="細明體" panose="02020509000000000000" pitchFamily="49" charset="-120"/>
              </a:defRPr>
            </a:lvl2pPr>
            <a:lvl3pPr algn="l" rtl="0">
              <a:defRPr sz="1800">
                <a:latin typeface="細明體" panose="02020509000000000000" pitchFamily="49" charset="-120"/>
                <a:ea typeface="細明體" panose="02020509000000000000" pitchFamily="49" charset="-120"/>
              </a:defRPr>
            </a:lvl3pPr>
            <a:lvl4pPr algn="l" rtl="0">
              <a:defRPr sz="1600">
                <a:latin typeface="細明體" panose="02020509000000000000" pitchFamily="49" charset="-120"/>
                <a:ea typeface="細明體" panose="02020509000000000000" pitchFamily="49" charset="-120"/>
              </a:defRPr>
            </a:lvl4pPr>
            <a:lvl5pPr algn="l" rtl="0">
              <a:defRPr sz="1600">
                <a:latin typeface="細明體" panose="02020509000000000000" pitchFamily="49" charset="-120"/>
                <a:ea typeface="細明體" panose="02020509000000000000" pitchFamily="49" charset="-120"/>
              </a:defRPr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l" rtl="0">
              <a:defRPr sz="1100"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8" name="日期預留位置 3"/>
          <p:cNvSpPr>
            <a:spLocks noGrp="1"/>
          </p:cNvSpPr>
          <p:nvPr>
            <p:ph type="dt" sz="half" idx="12"/>
          </p:nvPr>
        </p:nvSpPr>
        <p:spPr>
          <a:xfrm>
            <a:off x="7999412" y="6400801"/>
            <a:ext cx="13200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>
                    <a:tint val="75000"/>
                  </a:schemeClr>
                </a:solidFill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fld id="{A83C376D-8230-4249-A6C9-9C3E4DF705A3}" type="datetime1">
              <a:rPr lang="zh-TW" altLang="en-US" smtClean="0"/>
              <a:pPr/>
              <a:t>2026/3/3</a:t>
            </a:fld>
            <a:endParaRPr lang="zh-TW" altLang="en-US" dirty="0"/>
          </a:p>
        </p:txBody>
      </p:sp>
      <p:sp>
        <p:nvSpPr>
          <p:cNvPr id="9" name="投影片編號預留位置 5"/>
          <p:cNvSpPr>
            <a:spLocks noGrp="1"/>
          </p:cNvSpPr>
          <p:nvPr>
            <p:ph type="sldNum" sz="quarter" idx="4"/>
          </p:nvPr>
        </p:nvSpPr>
        <p:spPr>
          <a:xfrm>
            <a:off x="9675812" y="6400801"/>
            <a:ext cx="12192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>
                    <a:tint val="75000"/>
                  </a:schemeClr>
                </a:solidFill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fld id="{299542E4-2CCF-42F6-9D92-ED568035133D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13878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293813" y="1676400"/>
            <a:ext cx="4646376" cy="762000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0"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293813" y="2438400"/>
            <a:ext cx="4648199" cy="3733800"/>
          </a:xfrm>
        </p:spPr>
        <p:txBody>
          <a:bodyPr rtlCol="0">
            <a:normAutofit/>
          </a:bodyPr>
          <a:lstStyle>
            <a:lvl1pPr algn="l" rtl="0">
              <a:defRPr sz="2000"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  <a:lvl2pPr algn="l" rtl="0">
              <a:defRPr sz="1800">
                <a:latin typeface="細明體" panose="02020509000000000000" pitchFamily="49" charset="-120"/>
                <a:ea typeface="細明體" panose="02020509000000000000" pitchFamily="49" charset="-120"/>
              </a:defRPr>
            </a:lvl2pPr>
            <a:lvl3pPr algn="l" rtl="0">
              <a:defRPr sz="1600">
                <a:latin typeface="細明體" panose="02020509000000000000" pitchFamily="49" charset="-120"/>
                <a:ea typeface="細明體" panose="02020509000000000000" pitchFamily="49" charset="-120"/>
              </a:defRPr>
            </a:lvl3pPr>
            <a:lvl4pPr algn="l" rtl="0">
              <a:defRPr sz="1400">
                <a:latin typeface="細明體" panose="02020509000000000000" pitchFamily="49" charset="-120"/>
                <a:ea typeface="細明體" panose="02020509000000000000" pitchFamily="49" charset="-120"/>
              </a:defRPr>
            </a:lvl4pPr>
            <a:lvl5pPr algn="l" rtl="0">
              <a:defRPr sz="1400">
                <a:latin typeface="細明體" panose="02020509000000000000" pitchFamily="49" charset="-120"/>
                <a:ea typeface="細明體" panose="02020509000000000000" pitchFamily="49" charset="-120"/>
              </a:defRPr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6246812" y="1676400"/>
            <a:ext cx="4648201" cy="762000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0"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246812" y="2438400"/>
            <a:ext cx="4648201" cy="3733800"/>
          </a:xfrm>
        </p:spPr>
        <p:txBody>
          <a:bodyPr rtlCol="0">
            <a:normAutofit/>
          </a:bodyPr>
          <a:lstStyle>
            <a:lvl1pPr algn="l" rtl="0">
              <a:defRPr sz="2000"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  <a:lvl2pPr algn="l" rtl="0">
              <a:defRPr sz="1800">
                <a:latin typeface="細明體" panose="02020509000000000000" pitchFamily="49" charset="-120"/>
                <a:ea typeface="細明體" panose="02020509000000000000" pitchFamily="49" charset="-120"/>
              </a:defRPr>
            </a:lvl2pPr>
            <a:lvl3pPr algn="l" rtl="0">
              <a:defRPr sz="1600">
                <a:latin typeface="細明體" panose="02020509000000000000" pitchFamily="49" charset="-120"/>
                <a:ea typeface="細明體" panose="02020509000000000000" pitchFamily="49" charset="-120"/>
              </a:defRPr>
            </a:lvl3pPr>
            <a:lvl4pPr algn="l" rtl="0">
              <a:defRPr sz="1400">
                <a:latin typeface="細明體" panose="02020509000000000000" pitchFamily="49" charset="-120"/>
                <a:ea typeface="細明體" panose="02020509000000000000" pitchFamily="49" charset="-120"/>
              </a:defRPr>
            </a:lvl4pPr>
            <a:lvl5pPr algn="l" rtl="0">
              <a:defRPr sz="1400">
                <a:latin typeface="細明體" panose="02020509000000000000" pitchFamily="49" charset="-120"/>
                <a:ea typeface="細明體" panose="02020509000000000000" pitchFamily="49" charset="-120"/>
              </a:defRPr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8" name="頁尾預留位置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l" rtl="0">
              <a:defRPr sz="1100"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10" name="日期預留位置 3"/>
          <p:cNvSpPr>
            <a:spLocks noGrp="1"/>
          </p:cNvSpPr>
          <p:nvPr>
            <p:ph type="dt" sz="half" idx="12"/>
          </p:nvPr>
        </p:nvSpPr>
        <p:spPr>
          <a:xfrm>
            <a:off x="7999412" y="6400801"/>
            <a:ext cx="13200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>
                    <a:tint val="75000"/>
                  </a:schemeClr>
                </a:solidFill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fld id="{A83C376D-8230-4249-A6C9-9C3E4DF705A3}" type="datetime1">
              <a:rPr lang="zh-TW" altLang="en-US" smtClean="0"/>
              <a:pPr/>
              <a:t>2026/3/3</a:t>
            </a:fld>
            <a:endParaRPr lang="zh-TW" altLang="en-US" dirty="0"/>
          </a:p>
        </p:txBody>
      </p:sp>
      <p:sp>
        <p:nvSpPr>
          <p:cNvPr id="11" name="投影片編號預留位置 5"/>
          <p:cNvSpPr>
            <a:spLocks noGrp="1"/>
          </p:cNvSpPr>
          <p:nvPr>
            <p:ph type="sldNum" sz="quarter" idx="13"/>
          </p:nvPr>
        </p:nvSpPr>
        <p:spPr>
          <a:xfrm>
            <a:off x="9675812" y="6400801"/>
            <a:ext cx="12192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>
                    <a:tint val="75000"/>
                  </a:schemeClr>
                </a:solidFill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fld id="{299542E4-2CCF-42F6-9D92-ED568035133D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95692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" name="頁尾預留位置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l" rtl="0">
              <a:defRPr sz="1100"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6" name="日期預留位置 3"/>
          <p:cNvSpPr>
            <a:spLocks noGrp="1"/>
          </p:cNvSpPr>
          <p:nvPr>
            <p:ph type="dt" sz="half" idx="2"/>
          </p:nvPr>
        </p:nvSpPr>
        <p:spPr>
          <a:xfrm>
            <a:off x="7999412" y="6400801"/>
            <a:ext cx="13200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>
                    <a:tint val="75000"/>
                  </a:schemeClr>
                </a:solidFill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fld id="{A83C376D-8230-4249-A6C9-9C3E4DF705A3}" type="datetime1">
              <a:rPr lang="zh-TW" altLang="en-US" smtClean="0"/>
              <a:pPr/>
              <a:t>2026/3/3</a:t>
            </a:fld>
            <a:endParaRPr lang="zh-TW" altLang="en-US" dirty="0"/>
          </a:p>
        </p:txBody>
      </p:sp>
      <p:sp>
        <p:nvSpPr>
          <p:cNvPr id="7" name="投影片編號預留位置 5"/>
          <p:cNvSpPr>
            <a:spLocks noGrp="1"/>
          </p:cNvSpPr>
          <p:nvPr>
            <p:ph type="sldNum" sz="quarter" idx="4"/>
          </p:nvPr>
        </p:nvSpPr>
        <p:spPr>
          <a:xfrm>
            <a:off x="9675812" y="6400801"/>
            <a:ext cx="12192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>
                    <a:tint val="75000"/>
                  </a:schemeClr>
                </a:solidFill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fld id="{299542E4-2CCF-42F6-9D92-ED568035133D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21311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頁尾預留位置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l" rtl="0">
              <a:defRPr sz="1100"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5" name="日期預留位置 3"/>
          <p:cNvSpPr>
            <a:spLocks noGrp="1"/>
          </p:cNvSpPr>
          <p:nvPr>
            <p:ph type="dt" sz="half" idx="2"/>
          </p:nvPr>
        </p:nvSpPr>
        <p:spPr>
          <a:xfrm>
            <a:off x="7999412" y="6400801"/>
            <a:ext cx="13200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>
                    <a:tint val="75000"/>
                  </a:schemeClr>
                </a:solidFill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fld id="{A83C376D-8230-4249-A6C9-9C3E4DF705A3}" type="datetime1">
              <a:rPr lang="zh-TW" altLang="en-US" smtClean="0"/>
              <a:pPr/>
              <a:t>2026/3/3</a:t>
            </a:fld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4"/>
          </p:nvPr>
        </p:nvSpPr>
        <p:spPr>
          <a:xfrm>
            <a:off x="9675812" y="6400801"/>
            <a:ext cx="12192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>
                    <a:tint val="75000"/>
                  </a:schemeClr>
                </a:solidFill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fld id="{299542E4-2CCF-42F6-9D92-ED568035133D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36631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608012" y="0"/>
            <a:ext cx="4883563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TW" altLang="en-US" dirty="0">
              <a:latin typeface="細明體" panose="02020509000000000000" pitchFamily="49" charset="-120"/>
              <a:ea typeface="細明體" panose="02020509000000000000" pitchFamily="49" charset="-12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99452" y="0"/>
            <a:ext cx="4700684" cy="6858000"/>
          </a:xfrm>
          <a:prstGeom prst="rect">
            <a:avLst/>
          </a:prstGeom>
          <a:solidFill>
            <a:schemeClr val="accent2">
              <a:lumMod val="75000"/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TW" altLang="en-US" dirty="0">
              <a:latin typeface="細明體" panose="02020509000000000000" pitchFamily="49" charset="-120"/>
              <a:ea typeface="細明體" panose="02020509000000000000" pitchFamily="49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3813" y="685800"/>
            <a:ext cx="3581400" cy="3886200"/>
          </a:xfrm>
        </p:spPr>
        <p:txBody>
          <a:bodyPr rtlCol="0" anchor="b">
            <a:noAutofit/>
          </a:bodyPr>
          <a:lstStyle>
            <a:lvl1pPr algn="l" rtl="0">
              <a:defRPr sz="4000" b="0"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293813" y="4724400"/>
            <a:ext cx="3581400" cy="1401764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2000"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  <a:lvl2pPr marL="457200" indent="0" algn="l" rtl="0">
              <a:buNone/>
              <a:defRPr sz="1200"/>
            </a:lvl2pPr>
            <a:lvl3pPr marL="914400" indent="0" algn="l" rtl="0">
              <a:buNone/>
              <a:defRPr sz="1000"/>
            </a:lvl3pPr>
            <a:lvl4pPr marL="1371600" indent="0" algn="l" rtl="0">
              <a:buNone/>
              <a:defRPr sz="900"/>
            </a:lvl4pPr>
            <a:lvl5pPr marL="1828800" indent="0" algn="l" rtl="0">
              <a:buNone/>
              <a:defRPr sz="900"/>
            </a:lvl5pPr>
            <a:lvl6pPr marL="2286000" indent="0" algn="l" rtl="0">
              <a:buNone/>
              <a:defRPr sz="900"/>
            </a:lvl6pPr>
            <a:lvl7pPr marL="2743200" indent="0" algn="l" rtl="0">
              <a:buNone/>
              <a:defRPr sz="900"/>
            </a:lvl7pPr>
            <a:lvl8pPr marL="3200400" indent="0" algn="l" rtl="0">
              <a:buNone/>
              <a:defRPr sz="900"/>
            </a:lvl8pPr>
            <a:lvl9pPr marL="3657600" indent="0" algn="l" rtl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>
          <a:xfrm>
            <a:off x="6094413" y="685800"/>
            <a:ext cx="5484970" cy="5486400"/>
          </a:xfrm>
        </p:spPr>
        <p:txBody>
          <a:bodyPr rtlCol="0">
            <a:normAutofit/>
          </a:bodyPr>
          <a:lstStyle>
            <a:lvl1pPr algn="l" rtl="0">
              <a:defRPr sz="2400"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  <a:lvl2pPr algn="l" rtl="0">
              <a:defRPr sz="2000">
                <a:latin typeface="細明體" panose="02020509000000000000" pitchFamily="49" charset="-120"/>
                <a:ea typeface="細明體" panose="02020509000000000000" pitchFamily="49" charset="-120"/>
              </a:defRPr>
            </a:lvl2pPr>
            <a:lvl3pPr algn="l" rtl="0">
              <a:defRPr sz="1800">
                <a:latin typeface="細明體" panose="02020509000000000000" pitchFamily="49" charset="-120"/>
                <a:ea typeface="細明體" panose="02020509000000000000" pitchFamily="49" charset="-120"/>
              </a:defRPr>
            </a:lvl3pPr>
            <a:lvl4pPr algn="l" rtl="0">
              <a:defRPr sz="1600">
                <a:latin typeface="細明體" panose="02020509000000000000" pitchFamily="49" charset="-120"/>
                <a:ea typeface="細明體" panose="02020509000000000000" pitchFamily="49" charset="-120"/>
              </a:defRPr>
            </a:lvl4pPr>
            <a:lvl5pPr algn="l" rtl="0">
              <a:defRPr sz="1600">
                <a:latin typeface="細明體" panose="02020509000000000000" pitchFamily="49" charset="-120"/>
                <a:ea typeface="細明體" panose="02020509000000000000" pitchFamily="49" charset="-120"/>
              </a:defRPr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l" rtl="0">
              <a:defRPr sz="1100"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12" name="日期預留位置 3"/>
          <p:cNvSpPr>
            <a:spLocks noGrp="1"/>
          </p:cNvSpPr>
          <p:nvPr>
            <p:ph type="dt" sz="half" idx="12"/>
          </p:nvPr>
        </p:nvSpPr>
        <p:spPr>
          <a:xfrm>
            <a:off x="7999412" y="6400801"/>
            <a:ext cx="13200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>
                    <a:tint val="75000"/>
                  </a:schemeClr>
                </a:solidFill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fld id="{A83C376D-8230-4249-A6C9-9C3E4DF705A3}" type="datetime1">
              <a:rPr lang="zh-TW" altLang="en-US" smtClean="0"/>
              <a:pPr/>
              <a:t>2026/3/3</a:t>
            </a:fld>
            <a:endParaRPr lang="zh-TW" altLang="en-US" dirty="0"/>
          </a:p>
        </p:txBody>
      </p:sp>
      <p:sp>
        <p:nvSpPr>
          <p:cNvPr id="13" name="投影片編號預留位置 5"/>
          <p:cNvSpPr>
            <a:spLocks noGrp="1"/>
          </p:cNvSpPr>
          <p:nvPr>
            <p:ph type="sldNum" sz="quarter" idx="4"/>
          </p:nvPr>
        </p:nvSpPr>
        <p:spPr>
          <a:xfrm>
            <a:off x="9675812" y="6400801"/>
            <a:ext cx="12192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>
                    <a:tint val="75000"/>
                  </a:schemeClr>
                </a:solidFill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fld id="{299542E4-2CCF-42F6-9D92-ED568035133D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19575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608012" y="0"/>
            <a:ext cx="4883563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TW" altLang="en-US" dirty="0">
              <a:latin typeface="細明體" panose="02020509000000000000" pitchFamily="49" charset="-120"/>
              <a:ea typeface="細明體" panose="02020509000000000000" pitchFamily="49" charset="-12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99452" y="0"/>
            <a:ext cx="4700684" cy="6858000"/>
          </a:xfrm>
          <a:prstGeom prst="rect">
            <a:avLst/>
          </a:prstGeom>
          <a:solidFill>
            <a:schemeClr val="accent2">
              <a:lumMod val="75000"/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TW" altLang="en-US" dirty="0">
              <a:latin typeface="細明體" panose="02020509000000000000" pitchFamily="49" charset="-120"/>
              <a:ea typeface="細明體" panose="02020509000000000000" pitchFamily="49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3813" y="685800"/>
            <a:ext cx="3581400" cy="3886200"/>
          </a:xfrm>
        </p:spPr>
        <p:txBody>
          <a:bodyPr rtlCol="0" anchor="b">
            <a:noAutofit/>
          </a:bodyPr>
          <a:lstStyle>
            <a:lvl1pPr algn="l" rtl="0">
              <a:defRPr sz="4000" b="0"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293813" y="4724400"/>
            <a:ext cx="3581400" cy="1401764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2000"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  <a:lvl2pPr marL="457200" indent="0" algn="l" rtl="0">
              <a:buNone/>
              <a:defRPr sz="1200"/>
            </a:lvl2pPr>
            <a:lvl3pPr marL="914400" indent="0" algn="l" rtl="0">
              <a:buNone/>
              <a:defRPr sz="1000"/>
            </a:lvl3pPr>
            <a:lvl4pPr marL="1371600" indent="0" algn="l" rtl="0">
              <a:buNone/>
              <a:defRPr sz="900"/>
            </a:lvl4pPr>
            <a:lvl5pPr marL="1828800" indent="0" algn="l" rtl="0">
              <a:buNone/>
              <a:defRPr sz="900"/>
            </a:lvl5pPr>
            <a:lvl6pPr marL="2286000" indent="0" algn="l" rtl="0">
              <a:buNone/>
              <a:defRPr sz="900"/>
            </a:lvl6pPr>
            <a:lvl7pPr marL="2743200" indent="0" algn="l" rtl="0">
              <a:buNone/>
              <a:defRPr sz="900"/>
            </a:lvl7pPr>
            <a:lvl8pPr marL="3200400" indent="0" algn="l" rtl="0">
              <a:buNone/>
              <a:defRPr sz="900"/>
            </a:lvl8pPr>
            <a:lvl9pPr marL="3657600" indent="0" algn="l" rtl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3" name="圖片預留位置 2" descr="要新增影像的空白預留位置。按一下預留位置，然後選取您想要新增的影像。&#10;"/>
          <p:cNvSpPr>
            <a:spLocks noGrp="1"/>
          </p:cNvSpPr>
          <p:nvPr>
            <p:ph type="pic" idx="1"/>
          </p:nvPr>
        </p:nvSpPr>
        <p:spPr>
          <a:xfrm>
            <a:off x="6094413" y="685800"/>
            <a:ext cx="5486400" cy="5486400"/>
          </a:xfrm>
          <a:solidFill>
            <a:schemeClr val="tx2">
              <a:lumMod val="10000"/>
            </a:schemeClr>
          </a:solidFill>
          <a:ln w="50800">
            <a:solidFill>
              <a:schemeClr val="tx1"/>
            </a:solidFill>
            <a:miter lim="800000"/>
          </a:ln>
          <a:effectLst>
            <a:outerShdw blurRad="190500" algn="ctr" rotWithShape="0">
              <a:prstClr val="black">
                <a:alpha val="50000"/>
              </a:prstClr>
            </a:outerShdw>
          </a:effectLst>
        </p:spPr>
        <p:txBody>
          <a:bodyPr rtlCol="0">
            <a:normAutofit/>
          </a:bodyPr>
          <a:lstStyle>
            <a:lvl1pPr marL="0" indent="0" algn="ctr" rtl="0">
              <a:buNone/>
              <a:defRPr sz="2400"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TW" altLang="en-US"/>
              <a:t>按一下圖示以新增圖片</a:t>
            </a:r>
            <a:endParaRPr lang="zh-TW" alt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l" rtl="0">
              <a:defRPr sz="1100"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10" name="日期預留位置 3"/>
          <p:cNvSpPr>
            <a:spLocks noGrp="1"/>
          </p:cNvSpPr>
          <p:nvPr>
            <p:ph type="dt" sz="half" idx="12"/>
          </p:nvPr>
        </p:nvSpPr>
        <p:spPr>
          <a:xfrm>
            <a:off x="7999412" y="6400801"/>
            <a:ext cx="13200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>
                    <a:tint val="75000"/>
                  </a:schemeClr>
                </a:solidFill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fld id="{A83C376D-8230-4249-A6C9-9C3E4DF705A3}" type="datetime1">
              <a:rPr lang="zh-TW" altLang="en-US" smtClean="0"/>
              <a:pPr/>
              <a:t>2026/3/3</a:t>
            </a:fld>
            <a:endParaRPr lang="zh-TW" altLang="en-US" dirty="0"/>
          </a:p>
        </p:txBody>
      </p:sp>
      <p:sp>
        <p:nvSpPr>
          <p:cNvPr id="11" name="投影片編號預留位置 5"/>
          <p:cNvSpPr>
            <a:spLocks noGrp="1"/>
          </p:cNvSpPr>
          <p:nvPr>
            <p:ph type="sldNum" sz="quarter" idx="4"/>
          </p:nvPr>
        </p:nvSpPr>
        <p:spPr>
          <a:xfrm>
            <a:off x="9675812" y="6400801"/>
            <a:ext cx="12192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>
                    <a:tint val="75000"/>
                  </a:schemeClr>
                </a:solidFill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fld id="{299542E4-2CCF-42F6-9D92-ED568035133D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71934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替代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5393372" y="0"/>
            <a:ext cx="67954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TW" altLang="en-US" dirty="0">
              <a:latin typeface="細明體" panose="02020509000000000000" pitchFamily="49" charset="-120"/>
              <a:ea typeface="細明體" panose="02020509000000000000" pitchFamily="49" charset="-12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484812" y="0"/>
            <a:ext cx="6704012" cy="6858000"/>
          </a:xfrm>
          <a:prstGeom prst="rect">
            <a:avLst/>
          </a:prstGeom>
          <a:solidFill>
            <a:schemeClr val="accent2">
              <a:lumMod val="75000"/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TW" altLang="en-US" dirty="0">
              <a:latin typeface="細明體" panose="02020509000000000000" pitchFamily="49" charset="-120"/>
              <a:ea typeface="細明體" panose="02020509000000000000" pitchFamily="49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8013" y="685800"/>
            <a:ext cx="4267200" cy="3886200"/>
          </a:xfrm>
        </p:spPr>
        <p:txBody>
          <a:bodyPr rtlCol="0" anchor="b">
            <a:noAutofit/>
          </a:bodyPr>
          <a:lstStyle>
            <a:lvl1pPr algn="l" rtl="0">
              <a:defRPr sz="4000" b="0"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608013" y="4724400"/>
            <a:ext cx="4267200" cy="14478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2000"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  <a:lvl2pPr marL="457200" indent="0" algn="l" rtl="0">
              <a:buNone/>
              <a:defRPr sz="1200"/>
            </a:lvl2pPr>
            <a:lvl3pPr marL="914400" indent="0" algn="l" rtl="0">
              <a:buNone/>
              <a:defRPr sz="1000"/>
            </a:lvl3pPr>
            <a:lvl4pPr marL="1371600" indent="0" algn="l" rtl="0">
              <a:buNone/>
              <a:defRPr sz="900"/>
            </a:lvl4pPr>
            <a:lvl5pPr marL="1828800" indent="0" algn="l" rtl="0">
              <a:buNone/>
              <a:defRPr sz="900"/>
            </a:lvl5pPr>
            <a:lvl6pPr marL="2286000" indent="0" algn="l" rtl="0">
              <a:buNone/>
              <a:defRPr sz="900"/>
            </a:lvl6pPr>
            <a:lvl7pPr marL="2743200" indent="0" algn="l" rtl="0">
              <a:buNone/>
              <a:defRPr sz="900"/>
            </a:lvl7pPr>
            <a:lvl8pPr marL="3200400" indent="0" algn="l" rtl="0">
              <a:buNone/>
              <a:defRPr sz="900"/>
            </a:lvl8pPr>
            <a:lvl9pPr marL="3657600" indent="0" algn="l" rtl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3" name="圖片預留位置 2" descr="要新增影像的空白預留位置。按一下預留位置，然後選取您想要新增的影像。&#10;"/>
          <p:cNvSpPr>
            <a:spLocks noGrp="1"/>
          </p:cNvSpPr>
          <p:nvPr>
            <p:ph type="pic" idx="1"/>
          </p:nvPr>
        </p:nvSpPr>
        <p:spPr>
          <a:xfrm>
            <a:off x="6094413" y="685800"/>
            <a:ext cx="5486400" cy="5486400"/>
          </a:xfrm>
          <a:solidFill>
            <a:schemeClr val="tx2">
              <a:lumMod val="10000"/>
            </a:schemeClr>
          </a:solidFill>
          <a:ln w="50800">
            <a:solidFill>
              <a:schemeClr val="tx1"/>
            </a:solidFill>
            <a:miter lim="800000"/>
          </a:ln>
          <a:effectLst>
            <a:outerShdw blurRad="190500" algn="ctr" rotWithShape="0">
              <a:prstClr val="black">
                <a:alpha val="50000"/>
              </a:prstClr>
            </a:outerShdw>
          </a:effectLst>
        </p:spPr>
        <p:txBody>
          <a:bodyPr rtlCol="0">
            <a:normAutofit/>
          </a:bodyPr>
          <a:lstStyle>
            <a:lvl1pPr marL="0" indent="0" algn="ctr" rtl="0">
              <a:buNone/>
              <a:defRPr sz="2400"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TW" altLang="en-US"/>
              <a:t>按一下圖示以新增圖片</a:t>
            </a:r>
            <a:endParaRPr lang="zh-TW" alt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l" rtl="0">
              <a:defRPr sz="1100"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12" name="日期預留位置 3"/>
          <p:cNvSpPr>
            <a:spLocks noGrp="1"/>
          </p:cNvSpPr>
          <p:nvPr>
            <p:ph type="dt" sz="half" idx="12"/>
          </p:nvPr>
        </p:nvSpPr>
        <p:spPr>
          <a:xfrm>
            <a:off x="7999412" y="6400801"/>
            <a:ext cx="13200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>
                    <a:tint val="75000"/>
                  </a:schemeClr>
                </a:solidFill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fld id="{A83C376D-8230-4249-A6C9-9C3E4DF705A3}" type="datetime1">
              <a:rPr lang="zh-TW" altLang="en-US" smtClean="0"/>
              <a:pPr/>
              <a:t>2026/3/3</a:t>
            </a:fld>
            <a:endParaRPr lang="zh-TW" altLang="en-US" dirty="0"/>
          </a:p>
        </p:txBody>
      </p:sp>
      <p:sp>
        <p:nvSpPr>
          <p:cNvPr id="13" name="投影片編號預留位置 5"/>
          <p:cNvSpPr>
            <a:spLocks noGrp="1"/>
          </p:cNvSpPr>
          <p:nvPr>
            <p:ph type="sldNum" sz="quarter" idx="4"/>
          </p:nvPr>
        </p:nvSpPr>
        <p:spPr>
          <a:xfrm>
            <a:off x="9675812" y="6400801"/>
            <a:ext cx="12192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>
                    <a:tint val="75000"/>
                  </a:schemeClr>
                </a:solidFill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fld id="{299542E4-2CCF-42F6-9D92-ED568035133D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39536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>
              <a:defRPr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  <a:lvl2pPr>
              <a:defRPr>
                <a:latin typeface="細明體" panose="02020509000000000000" pitchFamily="49" charset="-120"/>
                <a:ea typeface="細明體" panose="02020509000000000000" pitchFamily="49" charset="-120"/>
              </a:defRPr>
            </a:lvl2pPr>
            <a:lvl3pPr>
              <a:defRPr>
                <a:latin typeface="細明體" panose="02020509000000000000" pitchFamily="49" charset="-120"/>
                <a:ea typeface="細明體" panose="02020509000000000000" pitchFamily="49" charset="-120"/>
              </a:defRPr>
            </a:lvl3pPr>
            <a:lvl4pPr>
              <a:defRPr>
                <a:latin typeface="細明體" panose="02020509000000000000" pitchFamily="49" charset="-120"/>
                <a:ea typeface="細明體" panose="02020509000000000000" pitchFamily="49" charset="-120"/>
              </a:defRPr>
            </a:lvl4pPr>
            <a:lvl5pPr algn="l" rtl="0">
              <a:defRPr>
                <a:latin typeface="細明體" panose="02020509000000000000" pitchFamily="49" charset="-120"/>
                <a:ea typeface="細明體" panose="02020509000000000000" pitchFamily="49" charset="-120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l" rtl="0">
              <a:defRPr sz="1100"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7" name="日期預留位置 3"/>
          <p:cNvSpPr>
            <a:spLocks noGrp="1"/>
          </p:cNvSpPr>
          <p:nvPr>
            <p:ph type="dt" sz="half" idx="2"/>
          </p:nvPr>
        </p:nvSpPr>
        <p:spPr>
          <a:xfrm>
            <a:off x="7999412" y="6400801"/>
            <a:ext cx="13200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>
                    <a:tint val="75000"/>
                  </a:schemeClr>
                </a:solidFill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fld id="{A83C376D-8230-4249-A6C9-9C3E4DF705A3}" type="datetime1">
              <a:rPr lang="zh-TW" altLang="en-US" smtClean="0"/>
              <a:pPr/>
              <a:t>2026/3/3</a:t>
            </a:fld>
            <a:endParaRPr lang="zh-TW" altLang="en-US" dirty="0"/>
          </a:p>
        </p:txBody>
      </p:sp>
      <p:sp>
        <p:nvSpPr>
          <p:cNvPr id="8" name="投影片編號預留位置 5"/>
          <p:cNvSpPr>
            <a:spLocks noGrp="1"/>
          </p:cNvSpPr>
          <p:nvPr>
            <p:ph type="sldNum" sz="quarter" idx="4"/>
          </p:nvPr>
        </p:nvSpPr>
        <p:spPr>
          <a:xfrm>
            <a:off x="9675812" y="6400801"/>
            <a:ext cx="12192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>
                    <a:tint val="75000"/>
                  </a:schemeClr>
                </a:solidFill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fld id="{299542E4-2CCF-42F6-9D92-ED568035133D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4899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675812" y="685801"/>
            <a:ext cx="1219201" cy="5486400"/>
          </a:xfrm>
        </p:spPr>
        <p:txBody>
          <a:bodyPr vert="eaVert" rtlCol="0"/>
          <a:lstStyle>
            <a:lvl1pPr>
              <a:defRPr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1293813" y="685800"/>
            <a:ext cx="8153399" cy="5486400"/>
          </a:xfrm>
        </p:spPr>
        <p:txBody>
          <a:bodyPr vert="eaVert" rtlCol="0"/>
          <a:lstStyle>
            <a:lvl1pPr>
              <a:defRPr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  <a:lvl2pPr>
              <a:defRPr>
                <a:latin typeface="細明體" panose="02020509000000000000" pitchFamily="49" charset="-120"/>
                <a:ea typeface="細明體" panose="02020509000000000000" pitchFamily="49" charset="-120"/>
              </a:defRPr>
            </a:lvl2pPr>
            <a:lvl3pPr>
              <a:defRPr>
                <a:latin typeface="細明體" panose="02020509000000000000" pitchFamily="49" charset="-120"/>
                <a:ea typeface="細明體" panose="02020509000000000000" pitchFamily="49" charset="-120"/>
              </a:defRPr>
            </a:lvl3pPr>
            <a:lvl4pPr>
              <a:defRPr>
                <a:latin typeface="細明體" panose="02020509000000000000" pitchFamily="49" charset="-120"/>
                <a:ea typeface="細明體" panose="02020509000000000000" pitchFamily="49" charset="-120"/>
              </a:defRPr>
            </a:lvl4pPr>
            <a:lvl5pPr algn="l" rtl="0">
              <a:defRPr>
                <a:latin typeface="細明體" panose="02020509000000000000" pitchFamily="49" charset="-120"/>
                <a:ea typeface="細明體" panose="02020509000000000000" pitchFamily="49" charset="-120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l" rtl="0">
              <a:defRPr sz="1100"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7" name="日期預留位置 3"/>
          <p:cNvSpPr>
            <a:spLocks noGrp="1"/>
          </p:cNvSpPr>
          <p:nvPr>
            <p:ph type="dt" sz="half" idx="2"/>
          </p:nvPr>
        </p:nvSpPr>
        <p:spPr>
          <a:xfrm>
            <a:off x="7999412" y="6400801"/>
            <a:ext cx="13200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>
                    <a:tint val="75000"/>
                  </a:schemeClr>
                </a:solidFill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fld id="{A83C376D-8230-4249-A6C9-9C3E4DF705A3}" type="datetime1">
              <a:rPr lang="zh-TW" altLang="en-US" smtClean="0"/>
              <a:pPr/>
              <a:t>2026/3/3</a:t>
            </a:fld>
            <a:endParaRPr lang="zh-TW" altLang="en-US" dirty="0"/>
          </a:p>
        </p:txBody>
      </p:sp>
      <p:sp>
        <p:nvSpPr>
          <p:cNvPr id="8" name="投影片編號預留位置 5"/>
          <p:cNvSpPr>
            <a:spLocks noGrp="1"/>
          </p:cNvSpPr>
          <p:nvPr>
            <p:ph type="sldNum" sz="quarter" idx="4"/>
          </p:nvPr>
        </p:nvSpPr>
        <p:spPr>
          <a:xfrm>
            <a:off x="9675812" y="6400801"/>
            <a:ext cx="12192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>
                    <a:tint val="75000"/>
                  </a:schemeClr>
                </a:solidFill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fld id="{299542E4-2CCF-42F6-9D92-ED568035133D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27202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預留位置 1"/>
          <p:cNvSpPr>
            <a:spLocks noGrp="1"/>
          </p:cNvSpPr>
          <p:nvPr>
            <p:ph type="title"/>
          </p:nvPr>
        </p:nvSpPr>
        <p:spPr>
          <a:xfrm>
            <a:off x="1293812" y="3810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293814" y="1828800"/>
            <a:ext cx="96012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TW" altLang="en-US" noProof="0" dirty="0"/>
              <a:t>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3"/>
          </p:nvPr>
        </p:nvSpPr>
        <p:spPr>
          <a:xfrm>
            <a:off x="12938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000" cap="all" baseline="0">
                <a:solidFill>
                  <a:schemeClr val="tx1">
                    <a:tint val="75000"/>
                  </a:schemeClr>
                </a:solidFill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2"/>
          </p:nvPr>
        </p:nvSpPr>
        <p:spPr>
          <a:xfrm>
            <a:off x="7999412" y="6400801"/>
            <a:ext cx="13200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>
                    <a:tint val="75000"/>
                  </a:schemeClr>
                </a:solidFill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fld id="{A83C376D-8230-4249-A6C9-9C3E4DF705A3}" type="datetime1">
              <a:rPr lang="zh-TW" altLang="en-US" smtClean="0"/>
              <a:pPr/>
              <a:t>2026/3/3</a:t>
            </a:fld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4"/>
          </p:nvPr>
        </p:nvSpPr>
        <p:spPr>
          <a:xfrm>
            <a:off x="9675812" y="6400801"/>
            <a:ext cx="12192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>
                    <a:tint val="75000"/>
                  </a:schemeClr>
                </a:solidFill>
                <a:latin typeface="細明體" panose="02020509000000000000" pitchFamily="49" charset="-120"/>
                <a:ea typeface="細明體" panose="02020509000000000000" pitchFamily="49" charset="-120"/>
              </a:defRPr>
            </a:lvl1pPr>
          </a:lstStyle>
          <a:p>
            <a:fld id="{299542E4-2CCF-42F6-9D92-ED568035133D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082099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2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000" kern="1200">
          <a:solidFill>
            <a:schemeClr val="tx1"/>
          </a:solidFill>
          <a:latin typeface="細明體" panose="02020509000000000000" pitchFamily="49" charset="-120"/>
          <a:ea typeface="細明體" panose="02020509000000000000" pitchFamily="49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600"/>
        </a:spcBef>
        <a:buFont typeface="Arial" pitchFamily="34" charset="0"/>
        <a:buChar char="•"/>
        <a:defRPr sz="2400" kern="1200">
          <a:solidFill>
            <a:schemeClr val="tx1"/>
          </a:solidFill>
          <a:latin typeface="細明體" panose="02020509000000000000" pitchFamily="49" charset="-120"/>
          <a:ea typeface="細明體" panose="02020509000000000000" pitchFamily="49" charset="-120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800"/>
        </a:spcBef>
        <a:buFont typeface="Century" pitchFamily="18" charset="0"/>
        <a:buChar char="–"/>
        <a:defRPr sz="2000" kern="1200">
          <a:solidFill>
            <a:schemeClr val="tx1"/>
          </a:solidFill>
          <a:latin typeface="細明體" panose="02020509000000000000" pitchFamily="49" charset="-120"/>
          <a:ea typeface="細明體" panose="02020509000000000000" pitchFamily="49" charset="-120"/>
          <a:cs typeface="+mn-cs"/>
        </a:defRPr>
      </a:lvl2pPr>
      <a:lvl3pPr marL="960120" indent="-22860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800" kern="1200">
          <a:solidFill>
            <a:schemeClr val="tx1"/>
          </a:solidFill>
          <a:latin typeface="細明體" panose="02020509000000000000" pitchFamily="49" charset="-120"/>
          <a:ea typeface="細明體" panose="02020509000000000000" pitchFamily="49" charset="-120"/>
          <a:cs typeface="+mn-cs"/>
        </a:defRPr>
      </a:lvl3pPr>
      <a:lvl4pPr marL="1325880" indent="-22860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600" kern="1200">
          <a:solidFill>
            <a:schemeClr val="tx1"/>
          </a:solidFill>
          <a:latin typeface="細明體" panose="02020509000000000000" pitchFamily="49" charset="-120"/>
          <a:ea typeface="細明體" panose="02020509000000000000" pitchFamily="49" charset="-120"/>
          <a:cs typeface="+mn-cs"/>
        </a:defRPr>
      </a:lvl4pPr>
      <a:lvl5pPr marL="1691640" indent="-22860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600" kern="1200">
          <a:solidFill>
            <a:schemeClr val="tx1"/>
          </a:solidFill>
          <a:latin typeface="細明體" panose="02020509000000000000" pitchFamily="49" charset="-120"/>
          <a:ea typeface="細明體" panose="02020509000000000000" pitchFamily="49" charset="-120"/>
          <a:cs typeface="+mn-cs"/>
        </a:defRPr>
      </a:lvl5pPr>
      <a:lvl6pPr marL="2057400" indent="-228600" algn="l" defTabSz="914400" rtl="0" eaLnBrk="1" latinLnBrk="0" hangingPunct="1">
        <a:spcBef>
          <a:spcPts val="6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23160" indent="-228600" algn="l" defTabSz="914400" rtl="0" eaLnBrk="1" latinLnBrk="0" hangingPunct="1">
        <a:spcBef>
          <a:spcPts val="6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28600" algn="l" defTabSz="914400" rtl="0" eaLnBrk="1" latinLnBrk="0" hangingPunct="1">
        <a:spcBef>
          <a:spcPts val="6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54680" indent="-228600" algn="l" defTabSz="914400" rtl="0" eaLnBrk="1" latinLnBrk="0" hangingPunct="1">
        <a:spcBef>
          <a:spcPts val="6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>
              <a:lnSpc>
                <a:spcPct val="100000"/>
              </a:lnSpc>
            </a:pPr>
            <a:r>
              <a:rPr lang="en-US" altLang="zh-TW" sz="4400" dirty="0">
                <a:latin typeface="Salesforce Sans"/>
                <a:ea typeface="細明體" panose="02020509000000000000" pitchFamily="49" charset="-120"/>
                <a:sym typeface="Salesforce Sans"/>
              </a:rPr>
              <a:t>yolo-classification-gui-by-gyf-v0.18</a:t>
            </a:r>
            <a:br>
              <a:rPr lang="en-US" altLang="zh-TW" sz="4400" dirty="0">
                <a:latin typeface="Salesforce Sans"/>
                <a:ea typeface="細明體" panose="02020509000000000000" pitchFamily="49" charset="-120"/>
                <a:sym typeface="Salesforce Sans"/>
              </a:rPr>
            </a:br>
            <a:r>
              <a:rPr lang="zh-TW" altLang="en-US" sz="4400" dirty="0">
                <a:latin typeface="Salesforce Sans"/>
                <a:ea typeface="細明體" panose="02020509000000000000" pitchFamily="49" charset="-120"/>
                <a:sym typeface="Salesforce Sans"/>
              </a:rPr>
              <a:t>使用教學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rtl="0"/>
            <a:endParaRPr lang="zh-TW" altLang="en-US" dirty="0">
              <a:solidFill>
                <a:srgbClr val="96B86B"/>
              </a:solidFill>
              <a:latin typeface="Salesforce Sans"/>
              <a:ea typeface="細明體" panose="02020509000000000000" pitchFamily="49" charset="-120"/>
              <a:sym typeface="Salesforce Sans"/>
            </a:endParaRPr>
          </a:p>
        </p:txBody>
      </p:sp>
    </p:spTree>
    <p:extLst>
      <p:ext uri="{BB962C8B-B14F-4D97-AF65-F5344CB8AC3E}">
        <p14:creationId xmlns:p14="http://schemas.microsoft.com/office/powerpoint/2010/main" val="3600820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9FCCF93-3D39-27B9-452A-99AD1FA45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381000"/>
            <a:ext cx="9601200" cy="1143000"/>
          </a:xfrm>
        </p:spPr>
        <p:txBody>
          <a:bodyPr/>
          <a:lstStyle/>
          <a:p>
            <a:r>
              <a:rPr lang="zh-TW" altLang="en-US" dirty="0"/>
              <a:t>流程簡介，點選</a:t>
            </a:r>
            <a:r>
              <a:rPr lang="en-US" altLang="zh-TW" dirty="0"/>
              <a:t>“Next”</a:t>
            </a:r>
            <a:r>
              <a:rPr lang="zh-TW" altLang="en-US" dirty="0"/>
              <a:t>進入下一步</a:t>
            </a:r>
            <a:endParaRPr lang="en-US" dirty="0"/>
          </a:p>
        </p:txBody>
      </p:sp>
      <p:pic>
        <p:nvPicPr>
          <p:cNvPr id="5" name="內容版面配置區 4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2F7910AD-5E45-AF82-52CF-9588C735F9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762"/>
          <a:stretch/>
        </p:blipFill>
        <p:spPr>
          <a:xfrm>
            <a:off x="2133971" y="1828800"/>
            <a:ext cx="7982109" cy="4343400"/>
          </a:xfrm>
          <a:noFill/>
        </p:spPr>
      </p:pic>
    </p:spTree>
    <p:extLst>
      <p:ext uri="{BB962C8B-B14F-4D97-AF65-F5344CB8AC3E}">
        <p14:creationId xmlns:p14="http://schemas.microsoft.com/office/powerpoint/2010/main" val="1731910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9FCCF93-3D39-27B9-452A-99AD1FA45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188640"/>
            <a:ext cx="9601200" cy="1143000"/>
          </a:xfrm>
        </p:spPr>
        <p:txBody>
          <a:bodyPr anchor="b">
            <a:normAutofit/>
          </a:bodyPr>
          <a:lstStyle/>
          <a:p>
            <a:r>
              <a:rPr lang="zh-TW" altLang="en-US" dirty="0"/>
              <a:t>點選</a:t>
            </a:r>
            <a:r>
              <a:rPr lang="en-US" altLang="zh-TW" dirty="0"/>
              <a:t>“Load Dataset”</a:t>
            </a:r>
            <a:r>
              <a:rPr lang="zh-TW" altLang="en-US" dirty="0"/>
              <a:t>挑選資料集</a:t>
            </a:r>
            <a:endParaRPr lang="en-US" dirty="0"/>
          </a:p>
        </p:txBody>
      </p:sp>
      <p:pic>
        <p:nvPicPr>
          <p:cNvPr id="7" name="內容版面配置區 6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D59E99A2-F9D0-0A47-6AF9-F0FD2971B9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" b="14220"/>
          <a:stretch/>
        </p:blipFill>
        <p:spPr>
          <a:xfrm>
            <a:off x="693812" y="2180460"/>
            <a:ext cx="4368550" cy="1976249"/>
          </a:xfrm>
          <a:prstGeom prst="rect">
            <a:avLst/>
          </a:prstGeom>
          <a:noFill/>
        </p:spPr>
      </p:pic>
      <p:pic>
        <p:nvPicPr>
          <p:cNvPr id="12" name="圖片 11" descr="一張含有 文字, 螢幕擷取畫面, 軟體, 電腦圖示 的圖片&#10;&#10;自動產生的描述">
            <a:extLst>
              <a:ext uri="{FF2B5EF4-FFF2-40B4-BE49-F238E27FC236}">
                <a16:creationId xmlns:a16="http://schemas.microsoft.com/office/drawing/2014/main" id="{6C00BBE9-EFB0-59EA-3741-418865E54C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520" b="-454"/>
          <a:stretch/>
        </p:blipFill>
        <p:spPr>
          <a:xfrm>
            <a:off x="5374332" y="1989694"/>
            <a:ext cx="6448488" cy="4677540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F40A9B92-F7B0-2C1E-C2EA-29B4262617E7}"/>
              </a:ext>
            </a:extLst>
          </p:cNvPr>
          <p:cNvSpPr txBox="1"/>
          <p:nvPr/>
        </p:nvSpPr>
        <p:spPr>
          <a:xfrm>
            <a:off x="1341884" y="1364432"/>
            <a:ext cx="97097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*</a:t>
            </a:r>
            <a:r>
              <a:rPr lang="zh-TW" altLang="en-US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注意：資料集內部需含有資料夾 </a:t>
            </a:r>
            <a:r>
              <a:rPr lang="en-US" altLang="zh-TW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”images”</a:t>
            </a:r>
            <a:r>
              <a:rPr lang="zh-TW" altLang="en-US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及 </a:t>
            </a:r>
            <a:r>
              <a:rPr lang="en-US" altLang="zh-TW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”labels” </a:t>
            </a:r>
            <a:r>
              <a:rPr lang="zh-TW" altLang="en-US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（</a:t>
            </a:r>
            <a:r>
              <a:rPr lang="en-US" altLang="zh-TW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labels</a:t>
            </a:r>
            <a:r>
              <a:rPr lang="zh-TW" altLang="en-US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可用</a:t>
            </a:r>
            <a:r>
              <a:rPr lang="en-US" altLang="zh-TW" sz="20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labelTxt</a:t>
            </a:r>
            <a:r>
              <a:rPr lang="zh-TW" altLang="en-US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替代）</a:t>
            </a:r>
            <a:r>
              <a:rPr lang="en-US" altLang="zh-TW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*</a:t>
            </a:r>
            <a:endParaRPr lang="zh-TW" altLang="en-US" sz="20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A4CE1E24-8D6A-132E-6E49-8E4DEE4E35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0451" y="4534378"/>
            <a:ext cx="895475" cy="8287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1FD3A8F7-2D16-98FA-D9D9-1B16AF433B51}"/>
              </a:ext>
            </a:extLst>
          </p:cNvPr>
          <p:cNvCxnSpPr/>
          <p:nvPr/>
        </p:nvCxnSpPr>
        <p:spPr>
          <a:xfrm>
            <a:off x="7646355" y="3965943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479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9FCCF93-3D39-27B9-452A-99AD1FA45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0" y="958991"/>
            <a:ext cx="10273209" cy="1696354"/>
          </a:xfrm>
        </p:spPr>
        <p:txBody>
          <a:bodyPr anchor="b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altLang="zh-TW" dirty="0"/>
              <a:t>CASE</a:t>
            </a:r>
            <a:r>
              <a:rPr lang="zh-TW" altLang="en-US" dirty="0"/>
              <a:t>１</a:t>
            </a:r>
            <a:r>
              <a:rPr lang="en-US" altLang="zh-TW" dirty="0"/>
              <a:t>:</a:t>
            </a:r>
            <a:r>
              <a:rPr lang="zh-TW" altLang="en-US" dirty="0"/>
              <a:t>第一次使用</a:t>
            </a:r>
            <a:br>
              <a:rPr lang="en-US" altLang="zh-TW" dirty="0"/>
            </a:br>
            <a:r>
              <a:rPr lang="zh-TW" altLang="en-US" dirty="0"/>
              <a:t>將需要的類別分次輸入，如下圖。</a:t>
            </a:r>
            <a:br>
              <a:rPr lang="en-US" altLang="zh-TW" dirty="0"/>
            </a:br>
            <a:r>
              <a:rPr lang="zh-TW" altLang="en-US" dirty="0"/>
              <a:t>並根據需求選擇</a:t>
            </a:r>
            <a:r>
              <a:rPr lang="en-US" altLang="zh-TW" dirty="0"/>
              <a:t>One-hot vector</a:t>
            </a:r>
            <a:r>
              <a:rPr lang="zh-TW" altLang="en-US" dirty="0"/>
              <a:t>或是</a:t>
            </a:r>
            <a:r>
              <a:rPr lang="en-US" altLang="zh-TW" dirty="0"/>
              <a:t>True label</a:t>
            </a:r>
            <a:br>
              <a:rPr lang="en-US" altLang="zh-TW" dirty="0"/>
            </a:br>
            <a:r>
              <a:rPr lang="zh-TW" altLang="en-US" dirty="0"/>
              <a:t>完成後點選“</a:t>
            </a:r>
            <a:r>
              <a:rPr lang="en-US" altLang="zh-TW" dirty="0"/>
              <a:t>Next</a:t>
            </a:r>
            <a:r>
              <a:rPr lang="zh-TW" altLang="en-US" dirty="0"/>
              <a:t>”</a:t>
            </a:r>
            <a:endParaRPr 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0AF84FC-11B8-9407-2B89-0717A7362A5C}"/>
              </a:ext>
            </a:extLst>
          </p:cNvPr>
          <p:cNvSpPr txBox="1"/>
          <p:nvPr/>
        </p:nvSpPr>
        <p:spPr>
          <a:xfrm>
            <a:off x="1289519" y="2852936"/>
            <a:ext cx="81355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*</a:t>
            </a:r>
            <a:r>
              <a:rPr lang="zh-TW" altLang="en-US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此處類別假設了踢足球的三種可能場景，公園、學校操場與足球場</a:t>
            </a:r>
            <a:r>
              <a:rPr lang="en-US" altLang="zh-TW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*</a:t>
            </a:r>
            <a:endParaRPr lang="zh-TW" altLang="en-US" sz="20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圖片 4" descr="一張含有 文字, 字型, 軟體, 螢幕擷取畫面 的圖片&#10;&#10;AI 產生的內容可能不正確。">
            <a:extLst>
              <a:ext uri="{FF2B5EF4-FFF2-40B4-BE49-F238E27FC236}">
                <a16:creationId xmlns:a16="http://schemas.microsoft.com/office/drawing/2014/main" id="{55FFDF32-3697-ED24-43A7-58246DDDE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29" y="3501008"/>
            <a:ext cx="10715563" cy="299795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329BC960-9035-38EB-EFF6-C70467229826}"/>
              </a:ext>
            </a:extLst>
          </p:cNvPr>
          <p:cNvSpPr txBox="1"/>
          <p:nvPr/>
        </p:nvSpPr>
        <p:spPr>
          <a:xfrm>
            <a:off x="2700787" y="5099489"/>
            <a:ext cx="2988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Ex. 0 1 0 0 </a:t>
            </a:r>
            <a:r>
              <a:rPr lang="zh-TW" altLang="en-US" dirty="0">
                <a:solidFill>
                  <a:srgbClr val="FF0000"/>
                </a:solidFill>
              </a:rPr>
              <a:t>表示第二個類別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7269B3D-E708-8136-F3C9-C59F86006D4D}"/>
              </a:ext>
            </a:extLst>
          </p:cNvPr>
          <p:cNvSpPr txBox="1"/>
          <p:nvPr/>
        </p:nvSpPr>
        <p:spPr>
          <a:xfrm>
            <a:off x="2844803" y="5445224"/>
            <a:ext cx="3249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Ex. 3 </a:t>
            </a:r>
            <a:r>
              <a:rPr lang="zh-TW" altLang="en-US" dirty="0">
                <a:solidFill>
                  <a:srgbClr val="FF0000"/>
                </a:solidFill>
              </a:rPr>
              <a:t>表示第四個類別</a:t>
            </a:r>
            <a:r>
              <a:rPr lang="en-US" altLang="zh-TW" dirty="0">
                <a:solidFill>
                  <a:srgbClr val="FF0000"/>
                </a:solidFill>
              </a:rPr>
              <a:t>(0-base)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6396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FC25251-6BCF-221F-A015-85FBACE8A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519" y="548580"/>
            <a:ext cx="9601200" cy="1696354"/>
          </a:xfrm>
        </p:spPr>
        <p:txBody>
          <a:bodyPr anchor="b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altLang="zh-TW" dirty="0"/>
              <a:t>CASE</a:t>
            </a:r>
            <a:r>
              <a:rPr lang="zh-TW" altLang="en-US" dirty="0"/>
              <a:t>２</a:t>
            </a:r>
            <a:r>
              <a:rPr lang="en-US" altLang="zh-TW" dirty="0"/>
              <a:t>:</a:t>
            </a:r>
            <a:r>
              <a:rPr lang="zh-TW" altLang="en-US" dirty="0"/>
              <a:t>接續使用</a:t>
            </a:r>
            <a:br>
              <a:rPr lang="en-US" altLang="zh-TW" dirty="0"/>
            </a:br>
            <a:r>
              <a:rPr lang="en-US" altLang="zh-TW" dirty="0"/>
              <a:t>Labels</a:t>
            </a:r>
            <a:r>
              <a:rPr lang="zh-TW" altLang="en-US" dirty="0"/>
              <a:t>內部有儲存之前的紀錄在 </a:t>
            </a:r>
            <a:r>
              <a:rPr lang="en-US" altLang="zh-TW" dirty="0"/>
              <a:t>classes.txt</a:t>
            </a:r>
            <a:r>
              <a:rPr lang="zh-TW" altLang="en-US" dirty="0"/>
              <a:t> </a:t>
            </a:r>
            <a:br>
              <a:rPr lang="en-US" altLang="zh-TW" dirty="0"/>
            </a:br>
            <a:r>
              <a:rPr lang="zh-TW" altLang="en-US" dirty="0"/>
              <a:t>，可以點選</a:t>
            </a:r>
            <a:r>
              <a:rPr lang="en-US" altLang="zh-TW" dirty="0"/>
              <a:t>Yes</a:t>
            </a:r>
            <a:r>
              <a:rPr lang="zh-TW" altLang="en-US" dirty="0"/>
              <a:t>跳過輸入類別。</a:t>
            </a:r>
            <a:endParaRPr lang="en-US" dirty="0"/>
          </a:p>
        </p:txBody>
      </p:sp>
      <p:pic>
        <p:nvPicPr>
          <p:cNvPr id="9" name="內容版面配置區 6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55C95FB2-422F-67BC-357C-B4201F908D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14220"/>
          <a:stretch/>
        </p:blipFill>
        <p:spPr>
          <a:xfrm>
            <a:off x="1773932" y="2798790"/>
            <a:ext cx="4368550" cy="197624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內容版面配置區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FF2A0867-8BEE-D772-F0AE-634068D2F3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584" r="408" b="2145"/>
          <a:stretch>
            <a:fillRect/>
          </a:stretch>
        </p:blipFill>
        <p:spPr>
          <a:xfrm>
            <a:off x="5446340" y="4221088"/>
            <a:ext cx="4724299" cy="193384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9F2CDFBE-C29C-6E1E-CFB8-3CAC473BB61C}"/>
              </a:ext>
            </a:extLst>
          </p:cNvPr>
          <p:cNvCxnSpPr>
            <a:cxnSpLocks/>
          </p:cNvCxnSpPr>
          <p:nvPr/>
        </p:nvCxnSpPr>
        <p:spPr>
          <a:xfrm>
            <a:off x="4973677" y="3923525"/>
            <a:ext cx="616679" cy="56348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4375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9FCCF93-3D39-27B9-452A-99AD1FA45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381000"/>
            <a:ext cx="9601200" cy="1143000"/>
          </a:xfrm>
        </p:spPr>
        <p:txBody>
          <a:bodyPr anchor="b">
            <a:normAutofit/>
          </a:bodyPr>
          <a:lstStyle/>
          <a:p>
            <a:r>
              <a:rPr lang="zh-TW" altLang="en-US" dirty="0"/>
              <a:t>確認檔案正確後點選</a:t>
            </a:r>
            <a:r>
              <a:rPr lang="en-US" altLang="zh-TW" dirty="0"/>
              <a:t>“Next</a:t>
            </a:r>
            <a:r>
              <a:rPr lang="zh-TW" altLang="en-US" dirty="0"/>
              <a:t>”</a:t>
            </a:r>
            <a:endParaRPr lang="en-US" dirty="0"/>
          </a:p>
        </p:txBody>
      </p:sp>
      <p:pic>
        <p:nvPicPr>
          <p:cNvPr id="3" name="圖片 2" descr="一張含有 文字, 螢幕擷取畫面, 字型, 陳列 的圖片&#10;&#10;自動產生的描述">
            <a:extLst>
              <a:ext uri="{FF2B5EF4-FFF2-40B4-BE49-F238E27FC236}">
                <a16:creationId xmlns:a16="http://schemas.microsoft.com/office/drawing/2014/main" id="{854EC2E9-8682-265D-68AA-464E1692F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814" y="2424509"/>
            <a:ext cx="9601200" cy="31519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74364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C522DC8-3709-B7FF-4131-D4E4576F5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116632"/>
            <a:ext cx="9601200" cy="1143000"/>
          </a:xfrm>
        </p:spPr>
        <p:txBody>
          <a:bodyPr anchor="b">
            <a:normAutofit/>
          </a:bodyPr>
          <a:lstStyle/>
          <a:p>
            <a:r>
              <a:rPr lang="zh-TW" altLang="en-US" dirty="0"/>
              <a:t>上述完成後即可開始使用</a:t>
            </a:r>
            <a:endParaRPr lang="en-US" dirty="0"/>
          </a:p>
        </p:txBody>
      </p:sp>
      <p:pic>
        <p:nvPicPr>
          <p:cNvPr id="6" name="內容版面配置區 5" descr="一張含有 文字, 足球, 螢幕擷取畫面, 團隊運動 的圖片&#10;&#10;自動產生的描述">
            <a:extLst>
              <a:ext uri="{FF2B5EF4-FFF2-40B4-BE49-F238E27FC236}">
                <a16:creationId xmlns:a16="http://schemas.microsoft.com/office/drawing/2014/main" id="{B0DE879F-7D7E-394A-BA0B-B0A66A676E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6043" y="1526434"/>
            <a:ext cx="6016738" cy="4963809"/>
          </a:xfrm>
          <a:noFill/>
        </p:spPr>
      </p:pic>
    </p:spTree>
    <p:extLst>
      <p:ext uri="{BB962C8B-B14F-4D97-AF65-F5344CB8AC3E}">
        <p14:creationId xmlns:p14="http://schemas.microsoft.com/office/powerpoint/2010/main" val="1422832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FCEB8226-130A-2D5A-C234-E11F83B0C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976" y="56826"/>
            <a:ext cx="8184871" cy="6752208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9021592-FE46-1380-114F-11E9C27FF394}"/>
              </a:ext>
            </a:extLst>
          </p:cNvPr>
          <p:cNvSpPr txBox="1"/>
          <p:nvPr/>
        </p:nvSpPr>
        <p:spPr>
          <a:xfrm>
            <a:off x="3859837" y="4869160"/>
            <a:ext cx="5581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</a:rPr>
              <a:t>第一步：選擇是否點選標記</a:t>
            </a:r>
            <a:r>
              <a:rPr lang="en-US" altLang="zh-TW" dirty="0">
                <a:solidFill>
                  <a:schemeClr val="bg1"/>
                </a:solidFill>
              </a:rPr>
              <a:t>(</a:t>
            </a:r>
            <a:r>
              <a:rPr lang="zh-TW" altLang="en-US" dirty="0">
                <a:solidFill>
                  <a:schemeClr val="bg1"/>
                </a:solidFill>
              </a:rPr>
              <a:t>可以透過數字鍵</a:t>
            </a:r>
            <a:r>
              <a:rPr lang="en-US" altLang="zh-TW" dirty="0">
                <a:solidFill>
                  <a:schemeClr val="bg1"/>
                </a:solidFill>
              </a:rPr>
              <a:t>1~9</a:t>
            </a:r>
            <a:r>
              <a:rPr lang="zh-TW" altLang="en-US" dirty="0">
                <a:solidFill>
                  <a:schemeClr val="bg1"/>
                </a:solidFill>
              </a:rPr>
              <a:t>點選</a:t>
            </a:r>
            <a:r>
              <a:rPr lang="en-US" altLang="zh-TW" dirty="0">
                <a:solidFill>
                  <a:schemeClr val="bg1"/>
                </a:solidFill>
              </a:rPr>
              <a:t>)</a:t>
            </a:r>
            <a:endParaRPr lang="zh-TW" altLang="en-US" dirty="0">
              <a:solidFill>
                <a:schemeClr val="bg1"/>
              </a:solidFill>
            </a:endParaRP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624D13BD-5CEB-6C16-2440-0A3067A8E073}"/>
              </a:ext>
            </a:extLst>
          </p:cNvPr>
          <p:cNvCxnSpPr/>
          <p:nvPr/>
        </p:nvCxnSpPr>
        <p:spPr>
          <a:xfrm flipH="1">
            <a:off x="3283773" y="5125834"/>
            <a:ext cx="576064" cy="391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7586851-015F-3C9E-150E-E3BF8F6770D8}"/>
              </a:ext>
            </a:extLst>
          </p:cNvPr>
          <p:cNvSpPr txBox="1"/>
          <p:nvPr/>
        </p:nvSpPr>
        <p:spPr>
          <a:xfrm>
            <a:off x="3859837" y="5302949"/>
            <a:ext cx="6050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</a:rPr>
              <a:t>第二步：選擇前一張或後一張圖片繼續標記</a:t>
            </a:r>
            <a:r>
              <a:rPr lang="en-US" altLang="zh-TW" dirty="0">
                <a:solidFill>
                  <a:schemeClr val="bg1"/>
                </a:solidFill>
              </a:rPr>
              <a:t>(</a:t>
            </a:r>
            <a:r>
              <a:rPr lang="zh-TW" altLang="en-US" dirty="0">
                <a:solidFill>
                  <a:schemeClr val="bg1"/>
                </a:solidFill>
              </a:rPr>
              <a:t>可以透過方向鍵左右進行切換</a:t>
            </a:r>
            <a:r>
              <a:rPr lang="en-US" altLang="zh-TW" dirty="0">
                <a:solidFill>
                  <a:schemeClr val="bg1"/>
                </a:solidFill>
              </a:rPr>
              <a:t>)</a:t>
            </a:r>
            <a:endParaRPr lang="zh-TW" altLang="en-US" dirty="0">
              <a:solidFill>
                <a:schemeClr val="bg1"/>
              </a:solidFill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A428B44F-B3B1-AA0A-7C4C-AC2EC2F1A2FC}"/>
              </a:ext>
            </a:extLst>
          </p:cNvPr>
          <p:cNvCxnSpPr/>
          <p:nvPr/>
        </p:nvCxnSpPr>
        <p:spPr>
          <a:xfrm flipH="1">
            <a:off x="4078187" y="6021288"/>
            <a:ext cx="576064" cy="391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D0B13E13-71F7-39E8-6641-D70DFE919EB1}"/>
              </a:ext>
            </a:extLst>
          </p:cNvPr>
          <p:cNvCxnSpPr>
            <a:cxnSpLocks/>
          </p:cNvCxnSpPr>
          <p:nvPr/>
        </p:nvCxnSpPr>
        <p:spPr>
          <a:xfrm>
            <a:off x="7534574" y="6036172"/>
            <a:ext cx="602521" cy="377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FBFA1E8-A258-FEA5-1955-5C169DF4204C}"/>
              </a:ext>
            </a:extLst>
          </p:cNvPr>
          <p:cNvSpPr txBox="1"/>
          <p:nvPr/>
        </p:nvSpPr>
        <p:spPr>
          <a:xfrm>
            <a:off x="7606580" y="971436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</a:rPr>
              <a:t>完成後點選“Ｘ”離開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3A5B6F9F-CE52-910B-E236-8FBE59564928}"/>
              </a:ext>
            </a:extLst>
          </p:cNvPr>
          <p:cNvCxnSpPr>
            <a:cxnSpLocks/>
          </p:cNvCxnSpPr>
          <p:nvPr/>
        </p:nvCxnSpPr>
        <p:spPr>
          <a:xfrm flipV="1">
            <a:off x="9233960" y="426730"/>
            <a:ext cx="523071" cy="544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3070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木紋 16X9">
  <a:themeElements>
    <a:clrScheme name="Woodgrain_16x9">
      <a:dk1>
        <a:sysClr val="windowText" lastClr="000000"/>
      </a:dk1>
      <a:lt1>
        <a:sysClr val="window" lastClr="FFFFFF"/>
      </a:lt1>
      <a:dk2>
        <a:srgbClr val="90B365"/>
      </a:dk2>
      <a:lt2>
        <a:srgbClr val="EEECE1"/>
      </a:lt2>
      <a:accent1>
        <a:srgbClr val="4283D2"/>
      </a:accent1>
      <a:accent2>
        <a:srgbClr val="6E9D35"/>
      </a:accent2>
      <a:accent3>
        <a:srgbClr val="DE6742"/>
      </a:accent3>
      <a:accent4>
        <a:srgbClr val="8F73DF"/>
      </a:accent4>
      <a:accent5>
        <a:srgbClr val="CB991B"/>
      </a:accent5>
      <a:accent6>
        <a:srgbClr val="7F7F7F"/>
      </a:accent6>
      <a:hlink>
        <a:srgbClr val="90B365"/>
      </a:hlink>
      <a:folHlink>
        <a:srgbClr val="7F7F7F"/>
      </a:folHlink>
    </a:clrScheme>
    <a:fontScheme name="Century">
      <a:majorFont>
        <a:latin typeface="Century"/>
        <a:ea typeface=""/>
        <a:cs typeface=""/>
      </a:majorFont>
      <a:minorFont>
        <a:latin typeface="Century"/>
        <a:ea typeface=""/>
        <a:cs typeface="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9533694_TF02801115.potx" id="{6F8851A3-D50B-48D4-AF1F-7B564263892C}" vid="{BCD9B683-2F06-43D0-9074-F7814A067A0F}"/>
    </a:ext>
  </a:extLst>
</a:theme>
</file>

<file path=ppt/theme/theme2.xml><?xml version="1.0" encoding="utf-8"?>
<a:theme xmlns:a="http://schemas.openxmlformats.org/drawingml/2006/main" name="Office 佈景主題">
  <a:themeElements>
    <a:clrScheme name="Woodgrain_16x9">
      <a:dk1>
        <a:sysClr val="windowText" lastClr="000000"/>
      </a:dk1>
      <a:lt1>
        <a:sysClr val="window" lastClr="FFFFFF"/>
      </a:lt1>
      <a:dk2>
        <a:srgbClr val="90B365"/>
      </a:dk2>
      <a:lt2>
        <a:srgbClr val="EEECE1"/>
      </a:lt2>
      <a:accent1>
        <a:srgbClr val="4283D2"/>
      </a:accent1>
      <a:accent2>
        <a:srgbClr val="6E9D35"/>
      </a:accent2>
      <a:accent3>
        <a:srgbClr val="DE6742"/>
      </a:accent3>
      <a:accent4>
        <a:srgbClr val="8F73DF"/>
      </a:accent4>
      <a:accent5>
        <a:srgbClr val="CB991B"/>
      </a:accent5>
      <a:accent6>
        <a:srgbClr val="7F7F7F"/>
      </a:accent6>
      <a:hlink>
        <a:srgbClr val="90B365"/>
      </a:hlink>
      <a:folHlink>
        <a:srgbClr val="7F7F7F"/>
      </a:folHlink>
    </a:clrScheme>
    <a:fontScheme name="Century">
      <a:majorFont>
        <a:latin typeface="Century"/>
        <a:ea typeface=""/>
        <a:cs typeface=""/>
      </a:majorFont>
      <a:minorFont>
        <a:latin typeface="Century"/>
        <a:ea typeface=""/>
        <a:cs typeface="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Woodgrain_16x9">
      <a:dk1>
        <a:sysClr val="windowText" lastClr="000000"/>
      </a:dk1>
      <a:lt1>
        <a:sysClr val="window" lastClr="FFFFFF"/>
      </a:lt1>
      <a:dk2>
        <a:srgbClr val="90B365"/>
      </a:dk2>
      <a:lt2>
        <a:srgbClr val="EEECE1"/>
      </a:lt2>
      <a:accent1>
        <a:srgbClr val="4283D2"/>
      </a:accent1>
      <a:accent2>
        <a:srgbClr val="6E9D35"/>
      </a:accent2>
      <a:accent3>
        <a:srgbClr val="DE6742"/>
      </a:accent3>
      <a:accent4>
        <a:srgbClr val="8F73DF"/>
      </a:accent4>
      <a:accent5>
        <a:srgbClr val="CB991B"/>
      </a:accent5>
      <a:accent6>
        <a:srgbClr val="7F7F7F"/>
      </a:accent6>
      <a:hlink>
        <a:srgbClr val="90B365"/>
      </a:hlink>
      <a:folHlink>
        <a:srgbClr val="7F7F7F"/>
      </a:folHlink>
    </a:clrScheme>
    <a:fontScheme name="Century">
      <a:majorFont>
        <a:latin typeface="Century"/>
        <a:ea typeface=""/>
        <a:cs typeface=""/>
      </a:majorFont>
      <a:minorFont>
        <a:latin typeface="Century"/>
        <a:ea typeface=""/>
        <a:cs typeface="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false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1360511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2011-12-12T13:37:00+00:00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2035-01-01T08:00:00+00:00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TP102801114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706531</LocLastLocAttemptVersionLookup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REDMOND\v-soujap</DisplayName>
        <AccountId>1954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14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35E791-7449-4708-8DE9-182EC4D8A134}">
  <ds:schemaRefs>
    <ds:schemaRef ds:uri="4873beb7-5857-4685-be1f-d57550cc96cc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EB9514F-6A45-47F4-BC6D-A865E29717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C20563B-C646-42AF-9D0D-76DF086793C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木紋風格簡報 (寬螢幕)</Template>
  <TotalTime>95</TotalTime>
  <Words>205</Words>
  <Application>Microsoft Office PowerPoint</Application>
  <PresentationFormat>自訂</PresentationFormat>
  <Paragraphs>16</Paragraphs>
  <Slides>8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3" baseType="lpstr">
      <vt:lpstr>Salesforce Sans</vt:lpstr>
      <vt:lpstr>細明體</vt:lpstr>
      <vt:lpstr>Arial</vt:lpstr>
      <vt:lpstr>Century</vt:lpstr>
      <vt:lpstr>木紋 16X9</vt:lpstr>
      <vt:lpstr>yolo-classification-gui-by-gyf-v0.18 使用教學</vt:lpstr>
      <vt:lpstr>流程簡介，點選“Next”進入下一步</vt:lpstr>
      <vt:lpstr>點選“Load Dataset”挑選資料集</vt:lpstr>
      <vt:lpstr>CASE１:第一次使用 將需要的類別分次輸入，如下圖。 並根據需求選擇One-hot vector或是True label 完成後點選“Next”</vt:lpstr>
      <vt:lpstr>CASE２:接續使用 Labels內部有儲存之前的紀錄在 classes.txt  ，可以點選Yes跳過輸入類別。</vt:lpstr>
      <vt:lpstr>確認檔案正確後點選“Next”</vt:lpstr>
      <vt:lpstr>上述完成後即可開始使用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惇翔 游</dc:creator>
  <cp:lastModifiedBy>惇翔 游</cp:lastModifiedBy>
  <cp:revision>1</cp:revision>
  <dcterms:created xsi:type="dcterms:W3CDTF">2024-09-02T06:05:12Z</dcterms:created>
  <dcterms:modified xsi:type="dcterms:W3CDTF">2026-03-03T03:30:24Z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